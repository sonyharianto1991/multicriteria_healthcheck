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80" r:id="rId7"/>
    <p:sldId id="263" r:id="rId8"/>
    <p:sldId id="266" r:id="rId9"/>
    <p:sldId id="267" r:id="rId10"/>
    <p:sldId id="264" r:id="rId11"/>
    <p:sldId id="272" r:id="rId12"/>
    <p:sldId id="273" r:id="rId13"/>
    <p:sldId id="274" r:id="rId14"/>
    <p:sldId id="275" r:id="rId15"/>
    <p:sldId id="279" r:id="rId16"/>
    <p:sldId id="276" r:id="rId17"/>
    <p:sldId id="277" r:id="rId18"/>
    <p:sldId id="278" r:id="rId19"/>
    <p:sldId id="2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98171-B307-4592-9128-F263523C384C}" v="257" dt="2026-02-03T00:41:48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06" autoAdjust="0"/>
  </p:normalViewPr>
  <p:slideViewPr>
    <p:cSldViewPr snapToGrid="0">
      <p:cViewPr varScale="1">
        <p:scale>
          <a:sx n="68" d="100"/>
          <a:sy n="68" d="100"/>
        </p:scale>
        <p:origin x="52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y.Harianto" userId="cc3d1ea9-c1c4-4613-9cdd-067399f80c05" providerId="ADAL" clId="{23F1D554-02A3-4386-89D0-41E3C4DC1BDD}"/>
    <pc:docChg chg="undo redo custSel mod addSld delSld modSld sldOrd modMainMaster">
      <pc:chgData name="Sony.Harianto" userId="cc3d1ea9-c1c4-4613-9cdd-067399f80c05" providerId="ADAL" clId="{23F1D554-02A3-4386-89D0-41E3C4DC1BDD}" dt="2026-02-03T03:58:46.059" v="5102" actId="20577"/>
      <pc:docMkLst>
        <pc:docMk/>
      </pc:docMkLst>
      <pc:sldChg chg="addSp delSp modSp new mod">
        <pc:chgData name="Sony.Harianto" userId="cc3d1ea9-c1c4-4613-9cdd-067399f80c05" providerId="ADAL" clId="{23F1D554-02A3-4386-89D0-41E3C4DC1BDD}" dt="2026-01-31T07:09:07.206" v="112" actId="20577"/>
        <pc:sldMkLst>
          <pc:docMk/>
          <pc:sldMk cId="3194896997" sldId="256"/>
        </pc:sldMkLst>
        <pc:spChg chg="add mod">
          <ac:chgData name="Sony.Harianto" userId="cc3d1ea9-c1c4-4613-9cdd-067399f80c05" providerId="ADAL" clId="{23F1D554-02A3-4386-89D0-41E3C4DC1BDD}" dt="2026-01-31T07:08:48.367" v="83" actId="14100"/>
          <ac:spMkLst>
            <pc:docMk/>
            <pc:sldMk cId="3194896997" sldId="256"/>
            <ac:spMk id="11" creationId="{26F429A1-F58F-90CF-8307-1E895CA2B5B7}"/>
          </ac:spMkLst>
        </pc:spChg>
        <pc:spChg chg="add mod">
          <ac:chgData name="Sony.Harianto" userId="cc3d1ea9-c1c4-4613-9cdd-067399f80c05" providerId="ADAL" clId="{23F1D554-02A3-4386-89D0-41E3C4DC1BDD}" dt="2026-01-31T07:09:07.206" v="112" actId="20577"/>
          <ac:spMkLst>
            <pc:docMk/>
            <pc:sldMk cId="3194896997" sldId="256"/>
            <ac:spMk id="12" creationId="{5CC03DD7-9348-B5E1-E1A4-2561EFFE5E2F}"/>
          </ac:spMkLst>
        </pc:spChg>
        <pc:spChg chg="add mod">
          <ac:chgData name="Sony.Harianto" userId="cc3d1ea9-c1c4-4613-9cdd-067399f80c05" providerId="ADAL" clId="{23F1D554-02A3-4386-89D0-41E3C4DC1BDD}" dt="2026-01-31T07:08:50.760" v="84" actId="14100"/>
          <ac:spMkLst>
            <pc:docMk/>
            <pc:sldMk cId="3194896997" sldId="256"/>
            <ac:spMk id="19" creationId="{AB4FB91B-0F7D-1580-5163-ACC502AF090B}"/>
          </ac:spMkLst>
        </pc:spChg>
        <pc:picChg chg="add mod">
          <ac:chgData name="Sony.Harianto" userId="cc3d1ea9-c1c4-4613-9cdd-067399f80c05" providerId="ADAL" clId="{23F1D554-02A3-4386-89D0-41E3C4DC1BDD}" dt="2026-01-31T07:08:45.621" v="82" actId="1076"/>
          <ac:picMkLst>
            <pc:docMk/>
            <pc:sldMk cId="3194896997" sldId="256"/>
            <ac:picMk id="25" creationId="{1EA1CC0D-47A6-E579-4FE5-C59F4F66CD21}"/>
          </ac:picMkLst>
        </pc:picChg>
      </pc:sldChg>
      <pc:sldChg chg="addSp delSp modSp new mod modNotesTx">
        <pc:chgData name="Sony.Harianto" userId="cc3d1ea9-c1c4-4613-9cdd-067399f80c05" providerId="ADAL" clId="{23F1D554-02A3-4386-89D0-41E3C4DC1BDD}" dt="2026-02-02T22:22:19.985" v="4426" actId="20577"/>
        <pc:sldMkLst>
          <pc:docMk/>
          <pc:sldMk cId="1804034024" sldId="257"/>
        </pc:sldMkLst>
        <pc:spChg chg="add mod">
          <ac:chgData name="Sony.Harianto" userId="cc3d1ea9-c1c4-4613-9cdd-067399f80c05" providerId="ADAL" clId="{23F1D554-02A3-4386-89D0-41E3C4DC1BDD}" dt="2026-01-31T07:24:59.182" v="168" actId="20577"/>
          <ac:spMkLst>
            <pc:docMk/>
            <pc:sldMk cId="1804034024" sldId="257"/>
            <ac:spMk id="4" creationId="{31AF660D-2A30-1899-5990-29A252CDAE46}"/>
          </ac:spMkLst>
        </pc:spChg>
        <pc:spChg chg="add mod">
          <ac:chgData name="Sony.Harianto" userId="cc3d1ea9-c1c4-4613-9cdd-067399f80c05" providerId="ADAL" clId="{23F1D554-02A3-4386-89D0-41E3C4DC1BDD}" dt="2026-01-31T07:41:54.835" v="246" actId="21"/>
          <ac:spMkLst>
            <pc:docMk/>
            <pc:sldMk cId="1804034024" sldId="257"/>
            <ac:spMk id="7" creationId="{B9674B18-4AD4-B9F7-EF55-EC143EB9EA9E}"/>
          </ac:spMkLst>
        </pc:spChg>
        <pc:spChg chg="add mod">
          <ac:chgData name="Sony.Harianto" userId="cc3d1ea9-c1c4-4613-9cdd-067399f80c05" providerId="ADAL" clId="{23F1D554-02A3-4386-89D0-41E3C4DC1BDD}" dt="2026-02-02T01:33:30.751" v="2720" actId="2711"/>
          <ac:spMkLst>
            <pc:docMk/>
            <pc:sldMk cId="1804034024" sldId="257"/>
            <ac:spMk id="11" creationId="{4672EF32-D5C1-FC9D-6BC6-7856E61B018C}"/>
          </ac:spMkLst>
        </pc:spChg>
        <pc:spChg chg="add mod">
          <ac:chgData name="Sony.Harianto" userId="cc3d1ea9-c1c4-4613-9cdd-067399f80c05" providerId="ADAL" clId="{23F1D554-02A3-4386-89D0-41E3C4DC1BDD}" dt="2026-02-02T01:33:30.751" v="2720" actId="2711"/>
          <ac:spMkLst>
            <pc:docMk/>
            <pc:sldMk cId="1804034024" sldId="257"/>
            <ac:spMk id="12" creationId="{FF79A5B1-2E68-4ED5-BA9A-FECE57780BA5}"/>
          </ac:spMkLst>
        </pc:spChg>
        <pc:spChg chg="add mod">
          <ac:chgData name="Sony.Harianto" userId="cc3d1ea9-c1c4-4613-9cdd-067399f80c05" providerId="ADAL" clId="{23F1D554-02A3-4386-89D0-41E3C4DC1BDD}" dt="2026-02-02T01:33:30.751" v="2720" actId="2711"/>
          <ac:spMkLst>
            <pc:docMk/>
            <pc:sldMk cId="1804034024" sldId="257"/>
            <ac:spMk id="13" creationId="{80C56AE4-2B20-19B1-9FA6-BD0DB1A59301}"/>
          </ac:spMkLst>
        </pc:spChg>
        <pc:spChg chg="mod">
          <ac:chgData name="Sony.Harianto" userId="cc3d1ea9-c1c4-4613-9cdd-067399f80c05" providerId="ADAL" clId="{23F1D554-02A3-4386-89D0-41E3C4DC1BDD}" dt="2026-02-02T01:33:30.751" v="2720" actId="2711"/>
          <ac:spMkLst>
            <pc:docMk/>
            <pc:sldMk cId="1804034024" sldId="257"/>
            <ac:spMk id="14" creationId="{EDE1D678-C0E2-8988-51C8-891282B24812}"/>
          </ac:spMkLst>
        </pc:spChg>
        <pc:spChg chg="mod">
          <ac:chgData name="Sony.Harianto" userId="cc3d1ea9-c1c4-4613-9cdd-067399f80c05" providerId="ADAL" clId="{23F1D554-02A3-4386-89D0-41E3C4DC1BDD}" dt="2026-01-31T07:41:30.804" v="239"/>
          <ac:spMkLst>
            <pc:docMk/>
            <pc:sldMk cId="1804034024" sldId="257"/>
            <ac:spMk id="16" creationId="{891985DB-3944-B68E-435E-89C4F3984B39}"/>
          </ac:spMkLst>
        </pc:spChg>
        <pc:spChg chg="mod">
          <ac:chgData name="Sony.Harianto" userId="cc3d1ea9-c1c4-4613-9cdd-067399f80c05" providerId="ADAL" clId="{23F1D554-02A3-4386-89D0-41E3C4DC1BDD}" dt="2026-01-31T07:41:30.804" v="239"/>
          <ac:spMkLst>
            <pc:docMk/>
            <pc:sldMk cId="1804034024" sldId="257"/>
            <ac:spMk id="25" creationId="{06C6130D-ADF4-8EB5-E6AC-92648D4DD97C}"/>
          </ac:spMkLst>
        </pc:spChg>
        <pc:spChg chg="add mod">
          <ac:chgData name="Sony.Harianto" userId="cc3d1ea9-c1c4-4613-9cdd-067399f80c05" providerId="ADAL" clId="{23F1D554-02A3-4386-89D0-41E3C4DC1BDD}" dt="2026-02-02T01:33:46.912" v="2722" actId="113"/>
          <ac:spMkLst>
            <pc:docMk/>
            <pc:sldMk cId="1804034024" sldId="257"/>
            <ac:spMk id="27" creationId="{ECCBA13B-BEC4-BBE8-8F08-45715FED7B70}"/>
          </ac:spMkLst>
        </pc:spChg>
        <pc:spChg chg="add mod">
          <ac:chgData name="Sony.Harianto" userId="cc3d1ea9-c1c4-4613-9cdd-067399f80c05" providerId="ADAL" clId="{23F1D554-02A3-4386-89D0-41E3C4DC1BDD}" dt="2026-02-02T22:22:19.985" v="4426" actId="20577"/>
          <ac:spMkLst>
            <pc:docMk/>
            <pc:sldMk cId="1804034024" sldId="257"/>
            <ac:spMk id="28" creationId="{E33D1DF5-0960-0A06-13EB-D86D61723066}"/>
          </ac:spMkLst>
        </pc:spChg>
        <pc:spChg chg="mod">
          <ac:chgData name="Sony.Harianto" userId="cc3d1ea9-c1c4-4613-9cdd-067399f80c05" providerId="ADAL" clId="{23F1D554-02A3-4386-89D0-41E3C4DC1BDD}" dt="2026-02-02T01:33:46.912" v="2722" actId="113"/>
          <ac:spMkLst>
            <pc:docMk/>
            <pc:sldMk cId="1804034024" sldId="257"/>
            <ac:spMk id="29" creationId="{F6C7917C-45B8-2389-3E32-0B0327F3C4BA}"/>
          </ac:spMkLst>
        </pc:spChg>
        <pc:spChg chg="mod">
          <ac:chgData name="Sony.Harianto" userId="cc3d1ea9-c1c4-4613-9cdd-067399f80c05" providerId="ADAL" clId="{23F1D554-02A3-4386-89D0-41E3C4DC1BDD}" dt="2026-02-02T01:33:46.912" v="2722" actId="113"/>
          <ac:spMkLst>
            <pc:docMk/>
            <pc:sldMk cId="1804034024" sldId="257"/>
            <ac:spMk id="30" creationId="{8630014E-4078-09CE-EDC1-541F03B44551}"/>
          </ac:spMkLst>
        </pc:spChg>
        <pc:spChg chg="add mod">
          <ac:chgData name="Sony.Harianto" userId="cc3d1ea9-c1c4-4613-9cdd-067399f80c05" providerId="ADAL" clId="{23F1D554-02A3-4386-89D0-41E3C4DC1BDD}" dt="2026-02-02T01:33:23.457" v="2719" actId="255"/>
          <ac:spMkLst>
            <pc:docMk/>
            <pc:sldMk cId="1804034024" sldId="257"/>
            <ac:spMk id="31" creationId="{E61FA709-755B-B5BA-CEF3-07346D4B6CF7}"/>
          </ac:spMkLst>
        </pc:spChg>
        <pc:grpChg chg="mod">
          <ac:chgData name="Sony.Harianto" userId="cc3d1ea9-c1c4-4613-9cdd-067399f80c05" providerId="ADAL" clId="{23F1D554-02A3-4386-89D0-41E3C4DC1BDD}" dt="2026-01-31T07:42:57.509" v="258" actId="1076"/>
          <ac:grpSpMkLst>
            <pc:docMk/>
            <pc:sldMk cId="1804034024" sldId="257"/>
            <ac:grpSpMk id="18" creationId="{72009A11-6C65-8D70-A319-E77627F6EB16}"/>
          </ac:grpSpMkLst>
        </pc:grpChg>
        <pc:grpChg chg="mod">
          <ac:chgData name="Sony.Harianto" userId="cc3d1ea9-c1c4-4613-9cdd-067399f80c05" providerId="ADAL" clId="{23F1D554-02A3-4386-89D0-41E3C4DC1BDD}" dt="2026-01-31T07:43:16.107" v="266" actId="1076"/>
          <ac:grpSpMkLst>
            <pc:docMk/>
            <pc:sldMk cId="1804034024" sldId="257"/>
            <ac:grpSpMk id="24" creationId="{75592EF3-F68E-DB53-85D9-CFDC81FB88B0}"/>
          </ac:grpSpMkLst>
        </pc:grpChg>
      </pc:sldChg>
      <pc:sldChg chg="addSp modSp new mod">
        <pc:chgData name="Sony.Harianto" userId="cc3d1ea9-c1c4-4613-9cdd-067399f80c05" providerId="ADAL" clId="{23F1D554-02A3-4386-89D0-41E3C4DC1BDD}" dt="2026-02-02T00:48:52.263" v="2606" actId="2711"/>
        <pc:sldMkLst>
          <pc:docMk/>
          <pc:sldMk cId="65625401" sldId="258"/>
        </pc:sldMkLst>
        <pc:spChg chg="mod">
          <ac:chgData name="Sony.Harianto" userId="cc3d1ea9-c1c4-4613-9cdd-067399f80c05" providerId="ADAL" clId="{23F1D554-02A3-4386-89D0-41E3C4DC1BDD}" dt="2026-02-02T00:48:52.263" v="2606" actId="2711"/>
          <ac:spMkLst>
            <pc:docMk/>
            <pc:sldMk cId="65625401" sldId="258"/>
            <ac:spMk id="2" creationId="{3287F044-BFDC-08C5-2DDB-2E72163F3714}"/>
          </ac:spMkLst>
        </pc:spChg>
        <pc:spChg chg="mod">
          <ac:chgData name="Sony.Harianto" userId="cc3d1ea9-c1c4-4613-9cdd-067399f80c05" providerId="ADAL" clId="{23F1D554-02A3-4386-89D0-41E3C4DC1BDD}" dt="2026-02-01T00:31:15.979" v="2166" actId="27636"/>
          <ac:spMkLst>
            <pc:docMk/>
            <pc:sldMk cId="65625401" sldId="258"/>
            <ac:spMk id="3" creationId="{013B8BC6-8780-8211-B345-2228E72894BF}"/>
          </ac:spMkLst>
        </pc:spChg>
        <pc:picChg chg="add mod">
          <ac:chgData name="Sony.Harianto" userId="cc3d1ea9-c1c4-4613-9cdd-067399f80c05" providerId="ADAL" clId="{23F1D554-02A3-4386-89D0-41E3C4DC1BDD}" dt="2026-02-01T00:31:32.999" v="2168" actId="1076"/>
          <ac:picMkLst>
            <pc:docMk/>
            <pc:sldMk cId="65625401" sldId="258"/>
            <ac:picMk id="4" creationId="{F4707CE0-4479-D3E8-3609-F1C2C91750C5}"/>
          </ac:picMkLst>
        </pc:picChg>
      </pc:sldChg>
      <pc:sldChg chg="addSp delSp modSp add mod">
        <pc:chgData name="Sony.Harianto" userId="cc3d1ea9-c1c4-4613-9cdd-067399f80c05" providerId="ADAL" clId="{23F1D554-02A3-4386-89D0-41E3C4DC1BDD}" dt="2026-02-02T13:15:21.688" v="4421" actId="12"/>
        <pc:sldMkLst>
          <pc:docMk/>
          <pc:sldMk cId="2673722460" sldId="259"/>
        </pc:sldMkLst>
        <pc:spChg chg="add mod">
          <ac:chgData name="Sony.Harianto" userId="cc3d1ea9-c1c4-4613-9cdd-067399f80c05" providerId="ADAL" clId="{23F1D554-02A3-4386-89D0-41E3C4DC1BDD}" dt="2026-02-02T11:19:18.734" v="4393" actId="255"/>
          <ac:spMkLst>
            <pc:docMk/>
            <pc:sldMk cId="2673722460" sldId="259"/>
            <ac:spMk id="3" creationId="{B83D9B88-8003-472F-5070-AED95B37387E}"/>
          </ac:spMkLst>
        </pc:spChg>
        <pc:spChg chg="mod">
          <ac:chgData name="Sony.Harianto" userId="cc3d1ea9-c1c4-4613-9cdd-067399f80c05" providerId="ADAL" clId="{23F1D554-02A3-4386-89D0-41E3C4DC1BDD}" dt="2026-01-31T07:26:13.480" v="180"/>
          <ac:spMkLst>
            <pc:docMk/>
            <pc:sldMk cId="2673722460" sldId="259"/>
            <ac:spMk id="4" creationId="{FC63EBEC-E61D-0E72-2485-887F3DB12F4D}"/>
          </ac:spMkLst>
        </pc:spChg>
        <pc:spChg chg="add mod">
          <ac:chgData name="Sony.Harianto" userId="cc3d1ea9-c1c4-4613-9cdd-067399f80c05" providerId="ADAL" clId="{23F1D554-02A3-4386-89D0-41E3C4DC1BDD}" dt="2026-02-02T11:19:22.653" v="4394" actId="14100"/>
          <ac:spMkLst>
            <pc:docMk/>
            <pc:sldMk cId="2673722460" sldId="259"/>
            <ac:spMk id="5" creationId="{808E1A8F-8B5E-980B-60D1-F1DEC07EED93}"/>
          </ac:spMkLst>
        </pc:spChg>
        <pc:spChg chg="add mod">
          <ac:chgData name="Sony.Harianto" userId="cc3d1ea9-c1c4-4613-9cdd-067399f80c05" providerId="ADAL" clId="{23F1D554-02A3-4386-89D0-41E3C4DC1BDD}" dt="2026-02-02T11:19:23.974" v="4395" actId="1076"/>
          <ac:spMkLst>
            <pc:docMk/>
            <pc:sldMk cId="2673722460" sldId="259"/>
            <ac:spMk id="6" creationId="{41E3FCE5-C5C5-C837-85A7-6D90568DB689}"/>
          </ac:spMkLst>
        </pc:spChg>
        <pc:spChg chg="del mod">
          <ac:chgData name="Sony.Harianto" userId="cc3d1ea9-c1c4-4613-9cdd-067399f80c05" providerId="ADAL" clId="{23F1D554-02A3-4386-89D0-41E3C4DC1BDD}" dt="2026-02-02T00:49:39.115" v="2607" actId="478"/>
          <ac:spMkLst>
            <pc:docMk/>
            <pc:sldMk cId="2673722460" sldId="259"/>
            <ac:spMk id="7" creationId="{336D18F0-DE2D-F04C-E977-5313B5794F84}"/>
          </ac:spMkLst>
        </pc:spChg>
        <pc:spChg chg="add mod">
          <ac:chgData name="Sony.Harianto" userId="cc3d1ea9-c1c4-4613-9cdd-067399f80c05" providerId="ADAL" clId="{23F1D554-02A3-4386-89D0-41E3C4DC1BDD}" dt="2026-02-02T13:15:21.688" v="4421" actId="12"/>
          <ac:spMkLst>
            <pc:docMk/>
            <pc:sldMk cId="2673722460" sldId="259"/>
            <ac:spMk id="8" creationId="{A65BB85E-18BA-EB3B-25F9-A16FD16A6746}"/>
          </ac:spMkLst>
        </pc:spChg>
      </pc:sldChg>
      <pc:sldChg chg="addSp delSp modSp add mod">
        <pc:chgData name="Sony.Harianto" userId="cc3d1ea9-c1c4-4613-9cdd-067399f80c05" providerId="ADAL" clId="{23F1D554-02A3-4386-89D0-41E3C4DC1BDD}" dt="2026-02-02T11:21:22.077" v="4415" actId="255"/>
        <pc:sldMkLst>
          <pc:docMk/>
          <pc:sldMk cId="2261622293" sldId="260"/>
        </pc:sldMkLst>
        <pc:spChg chg="add mod ord">
          <ac:chgData name="Sony.Harianto" userId="cc3d1ea9-c1c4-4613-9cdd-067399f80c05" providerId="ADAL" clId="{23F1D554-02A3-4386-89D0-41E3C4DC1BDD}" dt="2026-02-02T11:20:56.535" v="4408" actId="14100"/>
          <ac:spMkLst>
            <pc:docMk/>
            <pc:sldMk cId="2261622293" sldId="260"/>
            <ac:spMk id="2" creationId="{083022B4-F40A-1C28-0D4C-4317021510E8}"/>
          </ac:spMkLst>
        </pc:spChg>
        <pc:spChg chg="add mod">
          <ac:chgData name="Sony.Harianto" userId="cc3d1ea9-c1c4-4613-9cdd-067399f80c05" providerId="ADAL" clId="{23F1D554-02A3-4386-89D0-41E3C4DC1BDD}" dt="2026-02-02T01:11:45.100" v="2615" actId="21"/>
          <ac:spMkLst>
            <pc:docMk/>
            <pc:sldMk cId="2261622293" sldId="260"/>
            <ac:spMk id="3" creationId="{C862E801-ECE7-22F0-8F7E-FAA240BC10E8}"/>
          </ac:spMkLst>
        </pc:spChg>
        <pc:spChg chg="mod">
          <ac:chgData name="Sony.Harianto" userId="cc3d1ea9-c1c4-4613-9cdd-067399f80c05" providerId="ADAL" clId="{23F1D554-02A3-4386-89D0-41E3C4DC1BDD}" dt="2026-01-31T07:28:18.604" v="205" actId="20577"/>
          <ac:spMkLst>
            <pc:docMk/>
            <pc:sldMk cId="2261622293" sldId="260"/>
            <ac:spMk id="4" creationId="{080761E1-67FB-1141-78F0-643FF21E2374}"/>
          </ac:spMkLst>
        </pc:spChg>
        <pc:spChg chg="add del mod">
          <ac:chgData name="Sony.Harianto" userId="cc3d1ea9-c1c4-4613-9cdd-067399f80c05" providerId="ADAL" clId="{23F1D554-02A3-4386-89D0-41E3C4DC1BDD}" dt="2026-02-02T01:11:14.079" v="2608" actId="478"/>
          <ac:spMkLst>
            <pc:docMk/>
            <pc:sldMk cId="2261622293" sldId="260"/>
            <ac:spMk id="5" creationId="{C6D99993-EFE9-2BA5-13FD-B11FDDBC4201}"/>
          </ac:spMkLst>
        </pc:spChg>
        <pc:spChg chg="add mod ord">
          <ac:chgData name="Sony.Harianto" userId="cc3d1ea9-c1c4-4613-9cdd-067399f80c05" providerId="ADAL" clId="{23F1D554-02A3-4386-89D0-41E3C4DC1BDD}" dt="2026-02-02T11:21:00.857" v="4410" actId="14100"/>
          <ac:spMkLst>
            <pc:docMk/>
            <pc:sldMk cId="2261622293" sldId="260"/>
            <ac:spMk id="6" creationId="{18BF17F4-C39E-B721-5284-D941F3524103}"/>
          </ac:spMkLst>
        </pc:spChg>
        <pc:spChg chg="del mod">
          <ac:chgData name="Sony.Harianto" userId="cc3d1ea9-c1c4-4613-9cdd-067399f80c05" providerId="ADAL" clId="{23F1D554-02A3-4386-89D0-41E3C4DC1BDD}" dt="2026-02-02T01:18:32.289" v="2674" actId="478"/>
          <ac:spMkLst>
            <pc:docMk/>
            <pc:sldMk cId="2261622293" sldId="260"/>
            <ac:spMk id="7" creationId="{0DE70F96-1A6C-C294-E77E-2DA635F098F5}"/>
          </ac:spMkLst>
        </pc:spChg>
        <pc:spChg chg="add mod">
          <ac:chgData name="Sony.Harianto" userId="cc3d1ea9-c1c4-4613-9cdd-067399f80c05" providerId="ADAL" clId="{23F1D554-02A3-4386-89D0-41E3C4DC1BDD}" dt="2026-02-02T01:13:40.620" v="2649"/>
          <ac:spMkLst>
            <pc:docMk/>
            <pc:sldMk cId="2261622293" sldId="260"/>
            <ac:spMk id="8" creationId="{7A92A11E-6DAC-C6A2-659F-F0C03B7B85EA}"/>
          </ac:spMkLst>
        </pc:spChg>
        <pc:spChg chg="add mod">
          <ac:chgData name="Sony.Harianto" userId="cc3d1ea9-c1c4-4613-9cdd-067399f80c05" providerId="ADAL" clId="{23F1D554-02A3-4386-89D0-41E3C4DC1BDD}" dt="2026-02-02T01:13:40.620" v="2649"/>
          <ac:spMkLst>
            <pc:docMk/>
            <pc:sldMk cId="2261622293" sldId="260"/>
            <ac:spMk id="9" creationId="{52E7C1CD-9BB8-FEF0-2F80-F44219058A72}"/>
          </ac:spMkLst>
        </pc:spChg>
        <pc:spChg chg="add mod ord">
          <ac:chgData name="Sony.Harianto" userId="cc3d1ea9-c1c4-4613-9cdd-067399f80c05" providerId="ADAL" clId="{23F1D554-02A3-4386-89D0-41E3C4DC1BDD}" dt="2026-02-02T11:21:07.977" v="4412" actId="14100"/>
          <ac:spMkLst>
            <pc:docMk/>
            <pc:sldMk cId="2261622293" sldId="260"/>
            <ac:spMk id="10" creationId="{BCD82060-5C89-B74B-BAE1-49859A7A5646}"/>
          </ac:spMkLst>
        </pc:spChg>
        <pc:spChg chg="add mod">
          <ac:chgData name="Sony.Harianto" userId="cc3d1ea9-c1c4-4613-9cdd-067399f80c05" providerId="ADAL" clId="{23F1D554-02A3-4386-89D0-41E3C4DC1BDD}" dt="2026-02-02T11:20:58.413" v="4409" actId="14100"/>
          <ac:spMkLst>
            <pc:docMk/>
            <pc:sldMk cId="2261622293" sldId="260"/>
            <ac:spMk id="11" creationId="{4C72FAFD-9087-2CA0-7FA6-FF714A065555}"/>
          </ac:spMkLst>
        </pc:spChg>
        <pc:spChg chg="add mod">
          <ac:chgData name="Sony.Harianto" userId="cc3d1ea9-c1c4-4613-9cdd-067399f80c05" providerId="ADAL" clId="{23F1D554-02A3-4386-89D0-41E3C4DC1BDD}" dt="2026-02-02T11:21:04.750" v="4411" actId="1076"/>
          <ac:spMkLst>
            <pc:docMk/>
            <pc:sldMk cId="2261622293" sldId="260"/>
            <ac:spMk id="15" creationId="{6A855577-DCEA-DA0F-EC54-0BF4B0A80255}"/>
          </ac:spMkLst>
        </pc:spChg>
        <pc:spChg chg="add mod">
          <ac:chgData name="Sony.Harianto" userId="cc3d1ea9-c1c4-4613-9cdd-067399f80c05" providerId="ADAL" clId="{23F1D554-02A3-4386-89D0-41E3C4DC1BDD}" dt="2026-02-02T11:21:14.669" v="4413" actId="1076"/>
          <ac:spMkLst>
            <pc:docMk/>
            <pc:sldMk cId="2261622293" sldId="260"/>
            <ac:spMk id="19" creationId="{1B5DC033-3B48-B687-E42E-29F5F31BBBFF}"/>
          </ac:spMkLst>
        </pc:spChg>
        <pc:spChg chg="add mod">
          <ac:chgData name="Sony.Harianto" userId="cc3d1ea9-c1c4-4613-9cdd-067399f80c05" providerId="ADAL" clId="{23F1D554-02A3-4386-89D0-41E3C4DC1BDD}" dt="2026-02-02T11:21:22.077" v="4415" actId="255"/>
          <ac:spMkLst>
            <pc:docMk/>
            <pc:sldMk cId="2261622293" sldId="260"/>
            <ac:spMk id="21" creationId="{48398761-013D-689F-E088-50E2D4C57CAE}"/>
          </ac:spMkLst>
        </pc:spChg>
        <pc:picChg chg="add mod">
          <ac:chgData name="Sony.Harianto" userId="cc3d1ea9-c1c4-4613-9cdd-067399f80c05" providerId="ADAL" clId="{23F1D554-02A3-4386-89D0-41E3C4DC1BDD}" dt="2026-02-02T11:21:04.750" v="4411" actId="1076"/>
          <ac:picMkLst>
            <pc:docMk/>
            <pc:sldMk cId="2261622293" sldId="260"/>
            <ac:picMk id="13" creationId="{7DC5C1C9-527E-E6EF-8510-618D157BC6DF}"/>
          </ac:picMkLst>
        </pc:picChg>
        <pc:picChg chg="add mod ord">
          <ac:chgData name="Sony.Harianto" userId="cc3d1ea9-c1c4-4613-9cdd-067399f80c05" providerId="ADAL" clId="{23F1D554-02A3-4386-89D0-41E3C4DC1BDD}" dt="2026-02-02T11:21:14.669" v="4413" actId="1076"/>
          <ac:picMkLst>
            <pc:docMk/>
            <pc:sldMk cId="2261622293" sldId="260"/>
            <ac:picMk id="17" creationId="{6336CFD4-BA98-65DA-FA3A-D831A6560D97}"/>
          </ac:picMkLst>
        </pc:picChg>
      </pc:sldChg>
      <pc:sldChg chg="addSp delSp modSp add mod modNotesTx">
        <pc:chgData name="Sony.Harianto" userId="cc3d1ea9-c1c4-4613-9cdd-067399f80c05" providerId="ADAL" clId="{23F1D554-02A3-4386-89D0-41E3C4DC1BDD}" dt="2026-02-02T22:30:02.524" v="4437" actId="20577"/>
        <pc:sldMkLst>
          <pc:docMk/>
          <pc:sldMk cId="2852654731" sldId="261"/>
        </pc:sldMkLst>
        <pc:spChg chg="add mod">
          <ac:chgData name="Sony.Harianto" userId="cc3d1ea9-c1c4-4613-9cdd-067399f80c05" providerId="ADAL" clId="{23F1D554-02A3-4386-89D0-41E3C4DC1BDD}" dt="2026-02-02T02:30:53.424" v="2910" actId="1076"/>
          <ac:spMkLst>
            <pc:docMk/>
            <pc:sldMk cId="2852654731" sldId="261"/>
            <ac:spMk id="3" creationId="{FBC9D440-E861-218C-D0C6-10CDA1FB5806}"/>
          </ac:spMkLst>
        </pc:spChg>
        <pc:spChg chg="mod">
          <ac:chgData name="Sony.Harianto" userId="cc3d1ea9-c1c4-4613-9cdd-067399f80c05" providerId="ADAL" clId="{23F1D554-02A3-4386-89D0-41E3C4DC1BDD}" dt="2026-01-31T08:07:10.656" v="505"/>
          <ac:spMkLst>
            <pc:docMk/>
            <pc:sldMk cId="2852654731" sldId="261"/>
            <ac:spMk id="4" creationId="{18F29F9F-4BED-05A2-50E8-E4D69880DE7D}"/>
          </ac:spMkLst>
        </pc:spChg>
        <pc:spChg chg="add del mod ord">
          <ac:chgData name="Sony.Harianto" userId="cc3d1ea9-c1c4-4613-9cdd-067399f80c05" providerId="ADAL" clId="{23F1D554-02A3-4386-89D0-41E3C4DC1BDD}" dt="2026-02-02T02:09:51.898" v="2740" actId="478"/>
          <ac:spMkLst>
            <pc:docMk/>
            <pc:sldMk cId="2852654731" sldId="261"/>
            <ac:spMk id="6" creationId="{94D6FEBC-8F6E-D457-01CD-91367D60212B}"/>
          </ac:spMkLst>
        </pc:spChg>
        <pc:spChg chg="add mod">
          <ac:chgData name="Sony.Harianto" userId="cc3d1ea9-c1c4-4613-9cdd-067399f80c05" providerId="ADAL" clId="{23F1D554-02A3-4386-89D0-41E3C4DC1BDD}" dt="2026-02-02T02:30:53.424" v="2910" actId="1076"/>
          <ac:spMkLst>
            <pc:docMk/>
            <pc:sldMk cId="2852654731" sldId="261"/>
            <ac:spMk id="7" creationId="{E4E8D0C7-EDC2-9AB1-9ADC-9D5A28692A81}"/>
          </ac:spMkLst>
        </pc:spChg>
        <pc:spChg chg="add del mod">
          <ac:chgData name="Sony.Harianto" userId="cc3d1ea9-c1c4-4613-9cdd-067399f80c05" providerId="ADAL" clId="{23F1D554-02A3-4386-89D0-41E3C4DC1BDD}" dt="2026-02-02T02:10:07.595" v="2745" actId="478"/>
          <ac:spMkLst>
            <pc:docMk/>
            <pc:sldMk cId="2852654731" sldId="261"/>
            <ac:spMk id="8" creationId="{6A298042-E224-6EE6-8D19-3CE2ADE24CBC}"/>
          </ac:spMkLst>
        </pc:spChg>
        <pc:spChg chg="add del mod">
          <ac:chgData name="Sony.Harianto" userId="cc3d1ea9-c1c4-4613-9cdd-067399f80c05" providerId="ADAL" clId="{23F1D554-02A3-4386-89D0-41E3C4DC1BDD}" dt="2026-02-02T02:10:04.233" v="2743" actId="478"/>
          <ac:spMkLst>
            <pc:docMk/>
            <pc:sldMk cId="2852654731" sldId="261"/>
            <ac:spMk id="9" creationId="{0C395788-D2C2-6D02-AF65-00F739CF9733}"/>
          </ac:spMkLst>
        </pc:spChg>
        <pc:spChg chg="add mod">
          <ac:chgData name="Sony.Harianto" userId="cc3d1ea9-c1c4-4613-9cdd-067399f80c05" providerId="ADAL" clId="{23F1D554-02A3-4386-89D0-41E3C4DC1BDD}" dt="2026-02-02T02:29:18.316" v="2885" actId="1076"/>
          <ac:spMkLst>
            <pc:docMk/>
            <pc:sldMk cId="2852654731" sldId="261"/>
            <ac:spMk id="11" creationId="{644B3D7D-6CB8-8B42-E3DF-D274F6493253}"/>
          </ac:spMkLst>
        </pc:spChg>
        <pc:spChg chg="add mod">
          <ac:chgData name="Sony.Harianto" userId="cc3d1ea9-c1c4-4613-9cdd-067399f80c05" providerId="ADAL" clId="{23F1D554-02A3-4386-89D0-41E3C4DC1BDD}" dt="2026-02-02T02:30:53.424" v="2910" actId="1076"/>
          <ac:spMkLst>
            <pc:docMk/>
            <pc:sldMk cId="2852654731" sldId="261"/>
            <ac:spMk id="12" creationId="{668942AC-346C-9055-1E7B-49D399C1FABF}"/>
          </ac:spMkLst>
        </pc:spChg>
        <pc:spChg chg="add mod">
          <ac:chgData name="Sony.Harianto" userId="cc3d1ea9-c1c4-4613-9cdd-067399f80c05" providerId="ADAL" clId="{23F1D554-02A3-4386-89D0-41E3C4DC1BDD}" dt="2026-02-02T02:30:49.384" v="2909" actId="1076"/>
          <ac:spMkLst>
            <pc:docMk/>
            <pc:sldMk cId="2852654731" sldId="261"/>
            <ac:spMk id="14" creationId="{8841418E-5C1C-E30F-B8A3-89857A6693DA}"/>
          </ac:spMkLst>
        </pc:spChg>
        <pc:spChg chg="add mod">
          <ac:chgData name="Sony.Harianto" userId="cc3d1ea9-c1c4-4613-9cdd-067399f80c05" providerId="ADAL" clId="{23F1D554-02A3-4386-89D0-41E3C4DC1BDD}" dt="2026-02-02T02:31:12.534" v="2912" actId="1076"/>
          <ac:spMkLst>
            <pc:docMk/>
            <pc:sldMk cId="2852654731" sldId="261"/>
            <ac:spMk id="16" creationId="{EB64A930-6BB1-B0CC-8EA4-362BDBA474D1}"/>
          </ac:spMkLst>
        </pc:spChg>
        <pc:spChg chg="add mod">
          <ac:chgData name="Sony.Harianto" userId="cc3d1ea9-c1c4-4613-9cdd-067399f80c05" providerId="ADAL" clId="{23F1D554-02A3-4386-89D0-41E3C4DC1BDD}" dt="2026-02-02T02:31:12.534" v="2912" actId="1076"/>
          <ac:spMkLst>
            <pc:docMk/>
            <pc:sldMk cId="2852654731" sldId="261"/>
            <ac:spMk id="17" creationId="{F3EA0DEF-7803-1F55-E30E-DC2BE0108129}"/>
          </ac:spMkLst>
        </pc:spChg>
        <pc:spChg chg="add mod">
          <ac:chgData name="Sony.Harianto" userId="cc3d1ea9-c1c4-4613-9cdd-067399f80c05" providerId="ADAL" clId="{23F1D554-02A3-4386-89D0-41E3C4DC1BDD}" dt="2026-02-02T02:31:04.088" v="2911" actId="1076"/>
          <ac:spMkLst>
            <pc:docMk/>
            <pc:sldMk cId="2852654731" sldId="261"/>
            <ac:spMk id="19" creationId="{B9322222-84F7-4E1F-895B-012F123DCF5A}"/>
          </ac:spMkLst>
        </pc:spChg>
        <pc:spChg chg="add mod">
          <ac:chgData name="Sony.Harianto" userId="cc3d1ea9-c1c4-4613-9cdd-067399f80c05" providerId="ADAL" clId="{23F1D554-02A3-4386-89D0-41E3C4DC1BDD}" dt="2026-02-02T02:30:53.424" v="2910" actId="1076"/>
          <ac:spMkLst>
            <pc:docMk/>
            <pc:sldMk cId="2852654731" sldId="261"/>
            <ac:spMk id="20" creationId="{535E4BAC-56E2-BB6F-AE6E-D18C9366360D}"/>
          </ac:spMkLst>
        </pc:spChg>
        <pc:spChg chg="add mod">
          <ac:chgData name="Sony.Harianto" userId="cc3d1ea9-c1c4-4613-9cdd-067399f80c05" providerId="ADAL" clId="{23F1D554-02A3-4386-89D0-41E3C4DC1BDD}" dt="2026-02-02T02:30:53.424" v="2910" actId="1076"/>
          <ac:spMkLst>
            <pc:docMk/>
            <pc:sldMk cId="2852654731" sldId="261"/>
            <ac:spMk id="21" creationId="{53D4824E-F43A-D351-C729-293AC427B33F}"/>
          </ac:spMkLst>
        </pc:spChg>
        <pc:spChg chg="add mod">
          <ac:chgData name="Sony.Harianto" userId="cc3d1ea9-c1c4-4613-9cdd-067399f80c05" providerId="ADAL" clId="{23F1D554-02A3-4386-89D0-41E3C4DC1BDD}" dt="2026-02-02T02:31:04.088" v="2911" actId="1076"/>
          <ac:spMkLst>
            <pc:docMk/>
            <pc:sldMk cId="2852654731" sldId="261"/>
            <ac:spMk id="23" creationId="{8298D7E2-A2E2-F334-F7F0-19A621F48A37}"/>
          </ac:spMkLst>
        </pc:spChg>
        <pc:spChg chg="add mod">
          <ac:chgData name="Sony.Harianto" userId="cc3d1ea9-c1c4-4613-9cdd-067399f80c05" providerId="ADAL" clId="{23F1D554-02A3-4386-89D0-41E3C4DC1BDD}" dt="2026-02-02T02:31:04.088" v="2911" actId="1076"/>
          <ac:spMkLst>
            <pc:docMk/>
            <pc:sldMk cId="2852654731" sldId="261"/>
            <ac:spMk id="24" creationId="{8475B8DB-ABA2-E1CD-05A9-7D49F44D11AB}"/>
          </ac:spMkLst>
        </pc:spChg>
      </pc:sldChg>
      <pc:sldChg chg="addSp delSp modSp add del mod modNotesTx">
        <pc:chgData name="Sony.Harianto" userId="cc3d1ea9-c1c4-4613-9cdd-067399f80c05" providerId="ADAL" clId="{23F1D554-02A3-4386-89D0-41E3C4DC1BDD}" dt="2026-02-02T02:35:07.823" v="2958" actId="47"/>
        <pc:sldMkLst>
          <pc:docMk/>
          <pc:sldMk cId="2888425888" sldId="262"/>
        </pc:sldMkLst>
        <pc:spChg chg="add del mod">
          <ac:chgData name="Sony.Harianto" userId="cc3d1ea9-c1c4-4613-9cdd-067399f80c05" providerId="ADAL" clId="{23F1D554-02A3-4386-89D0-41E3C4DC1BDD}" dt="2026-02-02T01:51:46.298" v="2737" actId="478"/>
          <ac:spMkLst>
            <pc:docMk/>
            <pc:sldMk cId="2888425888" sldId="262"/>
            <ac:spMk id="2" creationId="{47DDBC03-D49D-94ED-93F7-F10D3D0DC847}"/>
          </ac:spMkLst>
        </pc:spChg>
        <pc:spChg chg="mod">
          <ac:chgData name="Sony.Harianto" userId="cc3d1ea9-c1c4-4613-9cdd-067399f80c05" providerId="ADAL" clId="{23F1D554-02A3-4386-89D0-41E3C4DC1BDD}" dt="2026-02-02T01:51:43.468" v="2736"/>
          <ac:spMkLst>
            <pc:docMk/>
            <pc:sldMk cId="2888425888" sldId="262"/>
            <ac:spMk id="6" creationId="{DBC320E9-56C0-5C0A-37F5-4252F1414136}"/>
          </ac:spMkLst>
        </pc:spChg>
        <pc:spChg chg="del mod">
          <ac:chgData name="Sony.Harianto" userId="cc3d1ea9-c1c4-4613-9cdd-067399f80c05" providerId="ADAL" clId="{23F1D554-02A3-4386-89D0-41E3C4DC1BDD}" dt="2026-02-02T02:32:28.493" v="2913" actId="478"/>
          <ac:spMkLst>
            <pc:docMk/>
            <pc:sldMk cId="2888425888" sldId="262"/>
            <ac:spMk id="8" creationId="{932E3710-B63D-8DF4-2EA6-4EF90EF9CCEC}"/>
          </ac:spMkLst>
        </pc:spChg>
        <pc:spChg chg="mod">
          <ac:chgData name="Sony.Harianto" userId="cc3d1ea9-c1c4-4613-9cdd-067399f80c05" providerId="ADAL" clId="{23F1D554-02A3-4386-89D0-41E3C4DC1BDD}" dt="2026-02-02T00:47:48.186" v="2604" actId="20577"/>
          <ac:spMkLst>
            <pc:docMk/>
            <pc:sldMk cId="2888425888" sldId="262"/>
            <ac:spMk id="9" creationId="{F863568C-FB1C-269C-136E-369811BD5ADB}"/>
          </ac:spMkLst>
        </pc:spChg>
      </pc:sldChg>
      <pc:sldChg chg="addSp delSp modSp add mod modNotesTx">
        <pc:chgData name="Sony.Harianto" userId="cc3d1ea9-c1c4-4613-9cdd-067399f80c05" providerId="ADAL" clId="{23F1D554-02A3-4386-89D0-41E3C4DC1BDD}" dt="2026-02-02T23:15:20.463" v="4559" actId="20577"/>
        <pc:sldMkLst>
          <pc:docMk/>
          <pc:sldMk cId="3557368544" sldId="263"/>
        </pc:sldMkLst>
        <pc:spChg chg="mod">
          <ac:chgData name="Sony.Harianto" userId="cc3d1ea9-c1c4-4613-9cdd-067399f80c05" providerId="ADAL" clId="{23F1D554-02A3-4386-89D0-41E3C4DC1BDD}" dt="2026-01-31T09:00:07.496" v="934"/>
          <ac:spMkLst>
            <pc:docMk/>
            <pc:sldMk cId="3557368544" sldId="263"/>
            <ac:spMk id="4" creationId="{19F06F12-7CC7-6B98-0DC0-FF55E862A47E}"/>
          </ac:spMkLst>
        </pc:spChg>
        <pc:spChg chg="add mod">
          <ac:chgData name="Sony.Harianto" userId="cc3d1ea9-c1c4-4613-9cdd-067399f80c05" providerId="ADAL" clId="{23F1D554-02A3-4386-89D0-41E3C4DC1BDD}" dt="2026-02-02T09:10:23.205" v="3301" actId="404"/>
          <ac:spMkLst>
            <pc:docMk/>
            <pc:sldMk cId="3557368544" sldId="263"/>
            <ac:spMk id="5" creationId="{2BBC1B38-F4F7-01D7-832C-53A76ACFE017}"/>
          </ac:spMkLst>
        </pc:spChg>
        <pc:spChg chg="add mod">
          <ac:chgData name="Sony.Harianto" userId="cc3d1ea9-c1c4-4613-9cdd-067399f80c05" providerId="ADAL" clId="{23F1D554-02A3-4386-89D0-41E3C4DC1BDD}" dt="2026-02-02T08:23:03.762" v="3112" actId="12"/>
          <ac:spMkLst>
            <pc:docMk/>
            <pc:sldMk cId="3557368544" sldId="263"/>
            <ac:spMk id="6" creationId="{C8501D45-67B3-64B1-243F-E3BDB6AB262C}"/>
          </ac:spMkLst>
        </pc:spChg>
        <pc:spChg chg="add del mod">
          <ac:chgData name="Sony.Harianto" userId="cc3d1ea9-c1c4-4613-9cdd-067399f80c05" providerId="ADAL" clId="{23F1D554-02A3-4386-89D0-41E3C4DC1BDD}" dt="2026-02-02T08:23:43.204" v="3121"/>
          <ac:spMkLst>
            <pc:docMk/>
            <pc:sldMk cId="3557368544" sldId="263"/>
            <ac:spMk id="7" creationId="{C032D07D-35AD-B08D-EB0D-E9B900AE1EDB}"/>
          </ac:spMkLst>
        </pc:spChg>
        <pc:picChg chg="add mod modCrop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2" creationId="{723D4394-743F-C80B-7C96-D4868E6A5466}"/>
          </ac:picMkLst>
        </pc:picChg>
        <pc:picChg chg="add mod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11" creationId="{9EFC3DBC-33F6-F5FC-FE01-7EC037B5A63D}"/>
          </ac:picMkLst>
        </pc:picChg>
        <pc:picChg chg="add mod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13" creationId="{93CADACB-D222-97DC-350C-2C97D0B2B2D2}"/>
          </ac:picMkLst>
        </pc:picChg>
        <pc:picChg chg="add mod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15" creationId="{C24212F0-9749-AB3B-25B9-E4B1ABF373FA}"/>
          </ac:picMkLst>
        </pc:picChg>
        <pc:picChg chg="add mod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17" creationId="{C60D3127-1B54-CFFD-9C01-91CB1546DB7F}"/>
          </ac:picMkLst>
        </pc:picChg>
        <pc:picChg chg="add mod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19" creationId="{7632D16E-1858-F851-57BE-38C39738DB80}"/>
          </ac:picMkLst>
        </pc:picChg>
        <pc:picChg chg="add mod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21" creationId="{05C4C6DC-6BE5-A534-1490-63BC989544E0}"/>
          </ac:picMkLst>
        </pc:picChg>
        <pc:picChg chg="add mod">
          <ac:chgData name="Sony.Harianto" userId="cc3d1ea9-c1c4-4613-9cdd-067399f80c05" providerId="ADAL" clId="{23F1D554-02A3-4386-89D0-41E3C4DC1BDD}" dt="2026-02-02T08:23:10.011" v="3113" actId="1076"/>
          <ac:picMkLst>
            <pc:docMk/>
            <pc:sldMk cId="3557368544" sldId="263"/>
            <ac:picMk id="23" creationId="{F197433A-A819-7F46-8BEB-5FA6B75CE58B}"/>
          </ac:picMkLst>
        </pc:picChg>
      </pc:sldChg>
      <pc:sldChg chg="addSp delSp modSp add mod setBg">
        <pc:chgData name="Sony.Harianto" userId="cc3d1ea9-c1c4-4613-9cdd-067399f80c05" providerId="ADAL" clId="{23F1D554-02A3-4386-89D0-41E3C4DC1BDD}" dt="2026-01-31T10:51:32.321" v="1687" actId="20577"/>
        <pc:sldMkLst>
          <pc:docMk/>
          <pc:sldMk cId="1599187165" sldId="264"/>
        </pc:sldMkLst>
        <pc:spChg chg="mod">
          <ac:chgData name="Sony.Harianto" userId="cc3d1ea9-c1c4-4613-9cdd-067399f80c05" providerId="ADAL" clId="{23F1D554-02A3-4386-89D0-41E3C4DC1BDD}" dt="2026-01-31T10:51:32.321" v="1687" actId="20577"/>
          <ac:spMkLst>
            <pc:docMk/>
            <pc:sldMk cId="1599187165" sldId="264"/>
            <ac:spMk id="4" creationId="{D4E2248B-377D-B831-8A24-A065B35AFEC3}"/>
          </ac:spMkLst>
        </pc:spChg>
        <pc:spChg chg="add mod">
          <ac:chgData name="Sony.Harianto" userId="cc3d1ea9-c1c4-4613-9cdd-067399f80c05" providerId="ADAL" clId="{23F1D554-02A3-4386-89D0-41E3C4DC1BDD}" dt="2026-01-31T09:53:23.205" v="1199" actId="113"/>
          <ac:spMkLst>
            <pc:docMk/>
            <pc:sldMk cId="1599187165" sldId="264"/>
            <ac:spMk id="10" creationId="{22ED8868-E5F2-C9C9-953E-8DC3D4D2A203}"/>
          </ac:spMkLst>
        </pc:spChg>
        <pc:spChg chg="add mod">
          <ac:chgData name="Sony.Harianto" userId="cc3d1ea9-c1c4-4613-9cdd-067399f80c05" providerId="ADAL" clId="{23F1D554-02A3-4386-89D0-41E3C4DC1BDD}" dt="2026-01-31T09:54:45.107" v="1217" actId="1076"/>
          <ac:spMkLst>
            <pc:docMk/>
            <pc:sldMk cId="1599187165" sldId="264"/>
            <ac:spMk id="19" creationId="{FC91335B-EE4B-9AFD-B845-504E651B5228}"/>
          </ac:spMkLst>
        </pc:spChg>
        <pc:spChg chg="add mod">
          <ac:chgData name="Sony.Harianto" userId="cc3d1ea9-c1c4-4613-9cdd-067399f80c05" providerId="ADAL" clId="{23F1D554-02A3-4386-89D0-41E3C4DC1BDD}" dt="2026-01-31T09:54:54.387" v="1219" actId="14100"/>
          <ac:spMkLst>
            <pc:docMk/>
            <pc:sldMk cId="1599187165" sldId="264"/>
            <ac:spMk id="24" creationId="{65784C88-BF91-7F52-35FA-DC95204AB55D}"/>
          </ac:spMkLst>
        </pc:spChg>
        <pc:spChg chg="add mod">
          <ac:chgData name="Sony.Harianto" userId="cc3d1ea9-c1c4-4613-9cdd-067399f80c05" providerId="ADAL" clId="{23F1D554-02A3-4386-89D0-41E3C4DC1BDD}" dt="2026-01-31T09:55:14.638" v="1225" actId="122"/>
          <ac:spMkLst>
            <pc:docMk/>
            <pc:sldMk cId="1599187165" sldId="264"/>
            <ac:spMk id="26" creationId="{F3CB6019-0AFA-DA68-9569-75434B76457D}"/>
          </ac:spMkLst>
        </pc:spChg>
        <pc:graphicFrameChg chg="add mod modGraphic">
          <ac:chgData name="Sony.Harianto" userId="cc3d1ea9-c1c4-4613-9cdd-067399f80c05" providerId="ADAL" clId="{23F1D554-02A3-4386-89D0-41E3C4DC1BDD}" dt="2026-01-31T09:52:45.997" v="1164" actId="1076"/>
          <ac:graphicFrameMkLst>
            <pc:docMk/>
            <pc:sldMk cId="1599187165" sldId="264"/>
            <ac:graphicFrameMk id="3" creationId="{DE873233-60E7-5FBD-C597-F0CA69E2F3C6}"/>
          </ac:graphicFrameMkLst>
        </pc:graphicFrameChg>
        <pc:picChg chg="add mod modCrop">
          <ac:chgData name="Sony.Harianto" userId="cc3d1ea9-c1c4-4613-9cdd-067399f80c05" providerId="ADAL" clId="{23F1D554-02A3-4386-89D0-41E3C4DC1BDD}" dt="2026-01-31T09:54:56.261" v="1220" actId="1076"/>
          <ac:picMkLst>
            <pc:docMk/>
            <pc:sldMk cId="1599187165" sldId="264"/>
            <ac:picMk id="22" creationId="{215E646B-5543-96BD-99B8-194504DDBE29}"/>
          </ac:picMkLst>
        </pc:picChg>
        <pc:cxnChg chg="add mod">
          <ac:chgData name="Sony.Harianto" userId="cc3d1ea9-c1c4-4613-9cdd-067399f80c05" providerId="ADAL" clId="{23F1D554-02A3-4386-89D0-41E3C4DC1BDD}" dt="2026-01-31T09:26:31.534" v="1133" actId="14100"/>
          <ac:cxnSpMkLst>
            <pc:docMk/>
            <pc:sldMk cId="1599187165" sldId="264"/>
            <ac:cxnSpMk id="14" creationId="{AA0E725C-563F-B096-069C-F6F5C478ECD9}"/>
          </ac:cxnSpMkLst>
        </pc:cxnChg>
      </pc:sldChg>
      <pc:sldChg chg="addSp delSp modSp add mod">
        <pc:chgData name="Sony.Harianto" userId="cc3d1ea9-c1c4-4613-9cdd-067399f80c05" providerId="ADAL" clId="{23F1D554-02A3-4386-89D0-41E3C4DC1BDD}" dt="2026-02-02T10:11:36.861" v="3519" actId="478"/>
        <pc:sldMkLst>
          <pc:docMk/>
          <pc:sldMk cId="2697541983" sldId="266"/>
        </pc:sldMkLst>
        <pc:spChg chg="add del mod">
          <ac:chgData name="Sony.Harianto" userId="cc3d1ea9-c1c4-4613-9cdd-067399f80c05" providerId="ADAL" clId="{23F1D554-02A3-4386-89D0-41E3C4DC1BDD}" dt="2026-02-02T09:48:29.629" v="3428"/>
          <ac:spMkLst>
            <pc:docMk/>
            <pc:sldMk cId="2697541983" sldId="266"/>
            <ac:spMk id="3" creationId="{6135F534-AD24-1A98-DA57-CEB55BE9AF2B}"/>
          </ac:spMkLst>
        </pc:spChg>
        <pc:spChg chg="mod">
          <ac:chgData name="Sony.Harianto" userId="cc3d1ea9-c1c4-4613-9cdd-067399f80c05" providerId="ADAL" clId="{23F1D554-02A3-4386-89D0-41E3C4DC1BDD}" dt="2026-01-31T10:24:42.679" v="1451" actId="20577"/>
          <ac:spMkLst>
            <pc:docMk/>
            <pc:sldMk cId="2697541983" sldId="266"/>
            <ac:spMk id="4" creationId="{6F4E7A91-B31F-1A22-8F79-2EA57DEE7AD1}"/>
          </ac:spMkLst>
        </pc:spChg>
        <pc:spChg chg="add del mod">
          <ac:chgData name="Sony.Harianto" userId="cc3d1ea9-c1c4-4613-9cdd-067399f80c05" providerId="ADAL" clId="{23F1D554-02A3-4386-89D0-41E3C4DC1BDD}" dt="2026-02-02T09:21:36.804" v="3342"/>
          <ac:spMkLst>
            <pc:docMk/>
            <pc:sldMk cId="2697541983" sldId="266"/>
            <ac:spMk id="6" creationId="{81CB3525-6D31-A431-8FF4-6774C00CE3FA}"/>
          </ac:spMkLst>
        </pc:spChg>
        <pc:spChg chg="add del mod">
          <ac:chgData name="Sony.Harianto" userId="cc3d1ea9-c1c4-4613-9cdd-067399f80c05" providerId="ADAL" clId="{23F1D554-02A3-4386-89D0-41E3C4DC1BDD}" dt="2026-02-02T09:18:49.617" v="3304" actId="478"/>
          <ac:spMkLst>
            <pc:docMk/>
            <pc:sldMk cId="2697541983" sldId="266"/>
            <ac:spMk id="8" creationId="{209925A4-8C49-6FDD-872D-1EED0B3A1BD1}"/>
          </ac:spMkLst>
        </pc:spChg>
        <pc:spChg chg="add del mod">
          <ac:chgData name="Sony.Harianto" userId="cc3d1ea9-c1c4-4613-9cdd-067399f80c05" providerId="ADAL" clId="{23F1D554-02A3-4386-89D0-41E3C4DC1BDD}" dt="2026-02-02T09:08:03.656" v="3212"/>
          <ac:spMkLst>
            <pc:docMk/>
            <pc:sldMk cId="2697541983" sldId="266"/>
            <ac:spMk id="9" creationId="{B8AAF8BD-5939-29BB-D86E-08F66819484E}"/>
          </ac:spMkLst>
        </pc:spChg>
        <pc:spChg chg="add del mod">
          <ac:chgData name="Sony.Harianto" userId="cc3d1ea9-c1c4-4613-9cdd-067399f80c05" providerId="ADAL" clId="{23F1D554-02A3-4386-89D0-41E3C4DC1BDD}" dt="2026-02-02T09:08:03.656" v="3214"/>
          <ac:spMkLst>
            <pc:docMk/>
            <pc:sldMk cId="2697541983" sldId="266"/>
            <ac:spMk id="11" creationId="{A1CC8C33-D1CD-4C92-B0B8-18C6673FC845}"/>
          </ac:spMkLst>
        </pc:spChg>
        <pc:spChg chg="add del mod">
          <ac:chgData name="Sony.Harianto" userId="cc3d1ea9-c1c4-4613-9cdd-067399f80c05" providerId="ADAL" clId="{23F1D554-02A3-4386-89D0-41E3C4DC1BDD}" dt="2026-02-02T08:53:15.087" v="3201"/>
          <ac:spMkLst>
            <pc:docMk/>
            <pc:sldMk cId="2697541983" sldId="266"/>
            <ac:spMk id="13" creationId="{B7B1064C-ECF4-FAC0-C291-C234CAC266DF}"/>
          </ac:spMkLst>
        </pc:spChg>
        <pc:spChg chg="add mod">
          <ac:chgData name="Sony.Harianto" userId="cc3d1ea9-c1c4-4613-9cdd-067399f80c05" providerId="ADAL" clId="{23F1D554-02A3-4386-89D0-41E3C4DC1BDD}" dt="2026-02-02T10:10:48.633" v="3513" actId="1076"/>
          <ac:spMkLst>
            <pc:docMk/>
            <pc:sldMk cId="2697541983" sldId="266"/>
            <ac:spMk id="14" creationId="{F7204B31-754B-56F1-61A4-61E43D792316}"/>
          </ac:spMkLst>
        </pc:spChg>
        <pc:spChg chg="add mod">
          <ac:chgData name="Sony.Harianto" userId="cc3d1ea9-c1c4-4613-9cdd-067399f80c05" providerId="ADAL" clId="{23F1D554-02A3-4386-89D0-41E3C4DC1BDD}" dt="2026-02-02T10:10:48.633" v="3513" actId="1076"/>
          <ac:spMkLst>
            <pc:docMk/>
            <pc:sldMk cId="2697541983" sldId="266"/>
            <ac:spMk id="15" creationId="{78062714-3BEF-D5CB-9ACD-B085823B1E8E}"/>
          </ac:spMkLst>
        </pc:spChg>
        <pc:spChg chg="add mod">
          <ac:chgData name="Sony.Harianto" userId="cc3d1ea9-c1c4-4613-9cdd-067399f80c05" providerId="ADAL" clId="{23F1D554-02A3-4386-89D0-41E3C4DC1BDD}" dt="2026-02-02T10:10:48.633" v="3513" actId="1076"/>
          <ac:spMkLst>
            <pc:docMk/>
            <pc:sldMk cId="2697541983" sldId="266"/>
            <ac:spMk id="16" creationId="{0D96161F-B603-0960-ACB7-A0B5E25891E6}"/>
          </ac:spMkLst>
        </pc:spChg>
        <pc:spChg chg="add del mod">
          <ac:chgData name="Sony.Harianto" userId="cc3d1ea9-c1c4-4613-9cdd-067399f80c05" providerId="ADAL" clId="{23F1D554-02A3-4386-89D0-41E3C4DC1BDD}" dt="2026-02-02T09:21:36.805" v="3344"/>
          <ac:spMkLst>
            <pc:docMk/>
            <pc:sldMk cId="2697541983" sldId="266"/>
            <ac:spMk id="18" creationId="{0777B628-08DD-2BA4-89FA-4CED4EF1863D}"/>
          </ac:spMkLst>
        </pc:spChg>
        <pc:spChg chg="add del mod">
          <ac:chgData name="Sony.Harianto" userId="cc3d1ea9-c1c4-4613-9cdd-067399f80c05" providerId="ADAL" clId="{23F1D554-02A3-4386-89D0-41E3C4DC1BDD}" dt="2026-02-02T09:20:20.806" v="3316" actId="478"/>
          <ac:spMkLst>
            <pc:docMk/>
            <pc:sldMk cId="2697541983" sldId="266"/>
            <ac:spMk id="19" creationId="{175F75E8-5453-2A85-8CEA-022FE4CE952D}"/>
          </ac:spMkLst>
        </pc:spChg>
        <pc:spChg chg="add del mod">
          <ac:chgData name="Sony.Harianto" userId="cc3d1ea9-c1c4-4613-9cdd-067399f80c05" providerId="ADAL" clId="{23F1D554-02A3-4386-89D0-41E3C4DC1BDD}" dt="2026-02-02T09:20:20.806" v="3316" actId="478"/>
          <ac:spMkLst>
            <pc:docMk/>
            <pc:sldMk cId="2697541983" sldId="266"/>
            <ac:spMk id="20" creationId="{AF7F1F8A-C0F7-2DC8-C056-1E15412DA770}"/>
          </ac:spMkLst>
        </pc:spChg>
        <pc:spChg chg="add del mod">
          <ac:chgData name="Sony.Harianto" userId="cc3d1ea9-c1c4-4613-9cdd-067399f80c05" providerId="ADAL" clId="{23F1D554-02A3-4386-89D0-41E3C4DC1BDD}" dt="2026-02-02T09:20:20.806" v="3316" actId="478"/>
          <ac:spMkLst>
            <pc:docMk/>
            <pc:sldMk cId="2697541983" sldId="266"/>
            <ac:spMk id="21" creationId="{1BC274D7-0202-B229-967E-16B030931B36}"/>
          </ac:spMkLst>
        </pc:spChg>
        <pc:spChg chg="del mod">
          <ac:chgData name="Sony.Harianto" userId="cc3d1ea9-c1c4-4613-9cdd-067399f80c05" providerId="ADAL" clId="{23F1D554-02A3-4386-89D0-41E3C4DC1BDD}" dt="2026-02-02T09:20:20.806" v="3316" actId="478"/>
          <ac:spMkLst>
            <pc:docMk/>
            <pc:sldMk cId="2697541983" sldId="266"/>
            <ac:spMk id="22" creationId="{88A820F5-B757-DF6F-7ADF-37B0A21E53AF}"/>
          </ac:spMkLst>
        </pc:spChg>
        <pc:spChg chg="mod">
          <ac:chgData name="Sony.Harianto" userId="cc3d1ea9-c1c4-4613-9cdd-067399f80c05" providerId="ADAL" clId="{23F1D554-02A3-4386-89D0-41E3C4DC1BDD}" dt="2026-02-02T09:20:11.082" v="3314"/>
          <ac:spMkLst>
            <pc:docMk/>
            <pc:sldMk cId="2697541983" sldId="266"/>
            <ac:spMk id="31" creationId="{127D6112-8F90-5FDE-84A9-4FA16C84AFAF}"/>
          </ac:spMkLst>
        </pc:spChg>
        <pc:spChg chg="mod">
          <ac:chgData name="Sony.Harianto" userId="cc3d1ea9-c1c4-4613-9cdd-067399f80c05" providerId="ADAL" clId="{23F1D554-02A3-4386-89D0-41E3C4DC1BDD}" dt="2026-02-02T09:20:11.082" v="3314"/>
          <ac:spMkLst>
            <pc:docMk/>
            <pc:sldMk cId="2697541983" sldId="266"/>
            <ac:spMk id="37" creationId="{FA7A356D-7754-BC43-15CD-D4E4B90DE13A}"/>
          </ac:spMkLst>
        </pc:spChg>
        <pc:spChg chg="mod">
          <ac:chgData name="Sony.Harianto" userId="cc3d1ea9-c1c4-4613-9cdd-067399f80c05" providerId="ADAL" clId="{23F1D554-02A3-4386-89D0-41E3C4DC1BDD}" dt="2026-02-02T09:20:11.082" v="3314"/>
          <ac:spMkLst>
            <pc:docMk/>
            <pc:sldMk cId="2697541983" sldId="266"/>
            <ac:spMk id="40" creationId="{CDBC7B45-5EA6-C41D-DA5A-98F7BF602E0B}"/>
          </ac:spMkLst>
        </pc:spChg>
        <pc:spChg chg="mod">
          <ac:chgData name="Sony.Harianto" userId="cc3d1ea9-c1c4-4613-9cdd-067399f80c05" providerId="ADAL" clId="{23F1D554-02A3-4386-89D0-41E3C4DC1BDD}" dt="2026-02-02T09:20:11.082" v="3314"/>
          <ac:spMkLst>
            <pc:docMk/>
            <pc:sldMk cId="2697541983" sldId="266"/>
            <ac:spMk id="41" creationId="{E04BFDDB-1C84-653A-226E-3B8946F564EE}"/>
          </ac:spMkLst>
        </pc:spChg>
        <pc:spChg chg="mod">
          <ac:chgData name="Sony.Harianto" userId="cc3d1ea9-c1c4-4613-9cdd-067399f80c05" providerId="ADAL" clId="{23F1D554-02A3-4386-89D0-41E3C4DC1BDD}" dt="2026-02-02T09:20:11.082" v="3314"/>
          <ac:spMkLst>
            <pc:docMk/>
            <pc:sldMk cId="2697541983" sldId="266"/>
            <ac:spMk id="50" creationId="{E93EB627-B7FE-047B-451D-76C941A4EE04}"/>
          </ac:spMkLst>
        </pc:spChg>
        <pc:spChg chg="mod">
          <ac:chgData name="Sony.Harianto" userId="cc3d1ea9-c1c4-4613-9cdd-067399f80c05" providerId="ADAL" clId="{23F1D554-02A3-4386-89D0-41E3C4DC1BDD}" dt="2026-02-02T09:20:11.082" v="3314"/>
          <ac:spMkLst>
            <pc:docMk/>
            <pc:sldMk cId="2697541983" sldId="266"/>
            <ac:spMk id="51" creationId="{338FCA83-DCFF-E353-20CA-DBADE3DC9834}"/>
          </ac:spMkLst>
        </pc:spChg>
        <pc:spChg chg="mod">
          <ac:chgData name="Sony.Harianto" userId="cc3d1ea9-c1c4-4613-9cdd-067399f80c05" providerId="ADAL" clId="{23F1D554-02A3-4386-89D0-41E3C4DC1BDD}" dt="2026-02-02T09:20:11.082" v="3314"/>
          <ac:spMkLst>
            <pc:docMk/>
            <pc:sldMk cId="2697541983" sldId="266"/>
            <ac:spMk id="60" creationId="{AC75DB2F-CB11-31FA-6C43-7597DA72D606}"/>
          </ac:spMkLst>
        </pc:spChg>
        <pc:spChg chg="del mod">
          <ac:chgData name="Sony.Harianto" userId="cc3d1ea9-c1c4-4613-9cdd-067399f80c05" providerId="ADAL" clId="{23F1D554-02A3-4386-89D0-41E3C4DC1BDD}" dt="2026-02-02T09:50:02.909" v="3448" actId="478"/>
          <ac:spMkLst>
            <pc:docMk/>
            <pc:sldMk cId="2697541983" sldId="266"/>
            <ac:spMk id="62" creationId="{E3DA574D-A8A9-DDBC-5959-0A640ECEEDCB}"/>
          </ac:spMkLst>
        </pc:spChg>
        <pc:spChg chg="del mod topLvl">
          <ac:chgData name="Sony.Harianto" userId="cc3d1ea9-c1c4-4613-9cdd-067399f80c05" providerId="ADAL" clId="{23F1D554-02A3-4386-89D0-41E3C4DC1BDD}" dt="2026-02-02T09:50:47.048" v="3459" actId="478"/>
          <ac:spMkLst>
            <pc:docMk/>
            <pc:sldMk cId="2697541983" sldId="266"/>
            <ac:spMk id="63" creationId="{473B9F1A-ABA8-396F-253C-19DA40B3E8F5}"/>
          </ac:spMkLst>
        </pc:spChg>
        <pc:spChg chg="del mod">
          <ac:chgData name="Sony.Harianto" userId="cc3d1ea9-c1c4-4613-9cdd-067399f80c05" providerId="ADAL" clId="{23F1D554-02A3-4386-89D0-41E3C4DC1BDD}" dt="2026-02-02T09:50:45.990" v="3458" actId="478"/>
          <ac:spMkLst>
            <pc:docMk/>
            <pc:sldMk cId="2697541983" sldId="266"/>
            <ac:spMk id="64" creationId="{D1235FC4-FC0F-3BD1-5DEB-5AA6A347EF05}"/>
          </ac:spMkLst>
        </pc:spChg>
        <pc:spChg chg="del mod">
          <ac:chgData name="Sony.Harianto" userId="cc3d1ea9-c1c4-4613-9cdd-067399f80c05" providerId="ADAL" clId="{23F1D554-02A3-4386-89D0-41E3C4DC1BDD}" dt="2026-02-02T09:50:33.846" v="3453" actId="478"/>
          <ac:spMkLst>
            <pc:docMk/>
            <pc:sldMk cId="2697541983" sldId="266"/>
            <ac:spMk id="66" creationId="{79B8AD8B-0C9D-BD69-49B3-A18F6587BCB3}"/>
          </ac:spMkLst>
        </pc:spChg>
        <pc:spChg chg="mod">
          <ac:chgData name="Sony.Harianto" userId="cc3d1ea9-c1c4-4613-9cdd-067399f80c05" providerId="ADAL" clId="{23F1D554-02A3-4386-89D0-41E3C4DC1BDD}" dt="2026-02-02T09:20:30.197" v="3317"/>
          <ac:spMkLst>
            <pc:docMk/>
            <pc:sldMk cId="2697541983" sldId="266"/>
            <ac:spMk id="69" creationId="{B5DDE8AA-D94F-A20B-4946-D572A4901D5C}"/>
          </ac:spMkLst>
        </pc:spChg>
        <pc:spChg chg="mod">
          <ac:chgData name="Sony.Harianto" userId="cc3d1ea9-c1c4-4613-9cdd-067399f80c05" providerId="ADAL" clId="{23F1D554-02A3-4386-89D0-41E3C4DC1BDD}" dt="2026-02-02T09:20:30.197" v="3317"/>
          <ac:spMkLst>
            <pc:docMk/>
            <pc:sldMk cId="2697541983" sldId="266"/>
            <ac:spMk id="70" creationId="{71E66672-8687-CD2C-86F7-CA744A2863FE}"/>
          </ac:spMkLst>
        </pc:spChg>
        <pc:spChg chg="mod">
          <ac:chgData name="Sony.Harianto" userId="cc3d1ea9-c1c4-4613-9cdd-067399f80c05" providerId="ADAL" clId="{23F1D554-02A3-4386-89D0-41E3C4DC1BDD}" dt="2026-02-02T09:20:30.197" v="3317"/>
          <ac:spMkLst>
            <pc:docMk/>
            <pc:sldMk cId="2697541983" sldId="266"/>
            <ac:spMk id="71" creationId="{ED034C3C-D240-E5A1-A221-C92874D74B5E}"/>
          </ac:spMkLst>
        </pc:spChg>
        <pc:spChg chg="mod">
          <ac:chgData name="Sony.Harianto" userId="cc3d1ea9-c1c4-4613-9cdd-067399f80c05" providerId="ADAL" clId="{23F1D554-02A3-4386-89D0-41E3C4DC1BDD}" dt="2026-02-02T09:20:30.197" v="3317"/>
          <ac:spMkLst>
            <pc:docMk/>
            <pc:sldMk cId="2697541983" sldId="266"/>
            <ac:spMk id="72" creationId="{3653AB48-4A91-D898-9DA6-EF23F6E4B1E7}"/>
          </ac:spMkLst>
        </pc:spChg>
        <pc:spChg chg="del mod">
          <ac:chgData name="Sony.Harianto" userId="cc3d1ea9-c1c4-4613-9cdd-067399f80c05" providerId="ADAL" clId="{23F1D554-02A3-4386-89D0-41E3C4DC1BDD}" dt="2026-02-02T09:49:53.512" v="3445" actId="478"/>
          <ac:spMkLst>
            <pc:docMk/>
            <pc:sldMk cId="2697541983" sldId="266"/>
            <ac:spMk id="74" creationId="{746B6105-88E1-69DB-C70B-9CE499302253}"/>
          </ac:spMkLst>
        </pc:spChg>
        <pc:spChg chg="mod topLvl">
          <ac:chgData name="Sony.Harianto" userId="cc3d1ea9-c1c4-4613-9cdd-067399f80c05" providerId="ADAL" clId="{23F1D554-02A3-4386-89D0-41E3C4DC1BDD}" dt="2026-02-02T10:10:35.513" v="3510" actId="1076"/>
          <ac:spMkLst>
            <pc:docMk/>
            <pc:sldMk cId="2697541983" sldId="266"/>
            <ac:spMk id="75" creationId="{EE71041B-79BE-56CC-4B2D-50CAE48519B8}"/>
          </ac:spMkLst>
        </pc:spChg>
        <pc:spChg chg="del mod topLvl">
          <ac:chgData name="Sony.Harianto" userId="cc3d1ea9-c1c4-4613-9cdd-067399f80c05" providerId="ADAL" clId="{23F1D554-02A3-4386-89D0-41E3C4DC1BDD}" dt="2026-02-02T10:10:17.759" v="3505" actId="21"/>
          <ac:spMkLst>
            <pc:docMk/>
            <pc:sldMk cId="2697541983" sldId="266"/>
            <ac:spMk id="76" creationId="{07114A2D-A638-0DDF-57FD-1D1F20259B6D}"/>
          </ac:spMkLst>
        </pc:spChg>
        <pc:spChg chg="del mod">
          <ac:chgData name="Sony.Harianto" userId="cc3d1ea9-c1c4-4613-9cdd-067399f80c05" providerId="ADAL" clId="{23F1D554-02A3-4386-89D0-41E3C4DC1BDD}" dt="2026-02-02T09:50:21.012" v="3449" actId="478"/>
          <ac:spMkLst>
            <pc:docMk/>
            <pc:sldMk cId="2697541983" sldId="266"/>
            <ac:spMk id="77" creationId="{6BD427D8-080A-3AF0-B7CA-38BB95363502}"/>
          </ac:spMkLst>
        </pc:spChg>
        <pc:spChg chg="add del mod">
          <ac:chgData name="Sony.Harianto" userId="cc3d1ea9-c1c4-4613-9cdd-067399f80c05" providerId="ADAL" clId="{23F1D554-02A3-4386-89D0-41E3C4DC1BDD}" dt="2026-02-02T09:53:36.085" v="3472" actId="478"/>
          <ac:spMkLst>
            <pc:docMk/>
            <pc:sldMk cId="2697541983" sldId="266"/>
            <ac:spMk id="78" creationId="{8CE4BF24-BD19-881D-75F4-F5FFFEFAEDF3}"/>
          </ac:spMkLst>
        </pc:spChg>
        <pc:spChg chg="add del mod">
          <ac:chgData name="Sony.Harianto" userId="cc3d1ea9-c1c4-4613-9cdd-067399f80c05" providerId="ADAL" clId="{23F1D554-02A3-4386-89D0-41E3C4DC1BDD}" dt="2026-02-02T10:11:36.861" v="3519" actId="478"/>
          <ac:spMkLst>
            <pc:docMk/>
            <pc:sldMk cId="2697541983" sldId="266"/>
            <ac:spMk id="79" creationId="{B5654220-61CA-9572-0CFC-AA32F3231003}"/>
          </ac:spMkLst>
        </pc:spChg>
        <pc:spChg chg="add del mod">
          <ac:chgData name="Sony.Harianto" userId="cc3d1ea9-c1c4-4613-9cdd-067399f80c05" providerId="ADAL" clId="{23F1D554-02A3-4386-89D0-41E3C4DC1BDD}" dt="2026-02-02T10:11:36.861" v="3519" actId="478"/>
          <ac:spMkLst>
            <pc:docMk/>
            <pc:sldMk cId="2697541983" sldId="266"/>
            <ac:spMk id="80" creationId="{C659DE69-7FE6-9D3E-24F8-861F7D6591D7}"/>
          </ac:spMkLst>
        </pc:spChg>
        <pc:spChg chg="add del mod ord">
          <ac:chgData name="Sony.Harianto" userId="cc3d1ea9-c1c4-4613-9cdd-067399f80c05" providerId="ADAL" clId="{23F1D554-02A3-4386-89D0-41E3C4DC1BDD}" dt="2026-02-02T10:10:07.005" v="3502" actId="478"/>
          <ac:spMkLst>
            <pc:docMk/>
            <pc:sldMk cId="2697541983" sldId="266"/>
            <ac:spMk id="81" creationId="{7945E54D-4EA5-666E-121E-86D015848195}"/>
          </ac:spMkLst>
        </pc:spChg>
        <pc:spChg chg="add del mod">
          <ac:chgData name="Sony.Harianto" userId="cc3d1ea9-c1c4-4613-9cdd-067399f80c05" providerId="ADAL" clId="{23F1D554-02A3-4386-89D0-41E3C4DC1BDD}" dt="2026-02-02T10:08:09.779" v="3486" actId="478"/>
          <ac:spMkLst>
            <pc:docMk/>
            <pc:sldMk cId="2697541983" sldId="266"/>
            <ac:spMk id="83" creationId="{4207A68A-9321-EC2F-E819-AAF540D81780}"/>
          </ac:spMkLst>
        </pc:spChg>
        <pc:spChg chg="add mod">
          <ac:chgData name="Sony.Harianto" userId="cc3d1ea9-c1c4-4613-9cdd-067399f80c05" providerId="ADAL" clId="{23F1D554-02A3-4386-89D0-41E3C4DC1BDD}" dt="2026-02-02T10:11:09.073" v="3517" actId="17032"/>
          <ac:spMkLst>
            <pc:docMk/>
            <pc:sldMk cId="2697541983" sldId="266"/>
            <ac:spMk id="84" creationId="{D0DC477D-A5C8-C83D-D040-AA968EA6B401}"/>
          </ac:spMkLst>
        </pc:spChg>
        <pc:spChg chg="add mod">
          <ac:chgData name="Sony.Harianto" userId="cc3d1ea9-c1c4-4613-9cdd-067399f80c05" providerId="ADAL" clId="{23F1D554-02A3-4386-89D0-41E3C4DC1BDD}" dt="2026-02-02T10:10:38.608" v="3511" actId="1076"/>
          <ac:spMkLst>
            <pc:docMk/>
            <pc:sldMk cId="2697541983" sldId="266"/>
            <ac:spMk id="93" creationId="{07114A2D-A638-0DDF-57FD-1D1F20259B6D}"/>
          </ac:spMkLst>
        </pc:spChg>
        <pc:grpChg chg="del mod">
          <ac:chgData name="Sony.Harianto" userId="cc3d1ea9-c1c4-4613-9cdd-067399f80c05" providerId="ADAL" clId="{23F1D554-02A3-4386-89D0-41E3C4DC1BDD}" dt="2026-02-02T09:20:20.806" v="3316" actId="478"/>
          <ac:grpSpMkLst>
            <pc:docMk/>
            <pc:sldMk cId="2697541983" sldId="266"/>
            <ac:grpSpMk id="23" creationId="{65EFC897-BB5C-BD74-757E-E635135698B8}"/>
          </ac:grpSpMkLst>
        </pc:grpChg>
        <pc:grpChg chg="del mod">
          <ac:chgData name="Sony.Harianto" userId="cc3d1ea9-c1c4-4613-9cdd-067399f80c05" providerId="ADAL" clId="{23F1D554-02A3-4386-89D0-41E3C4DC1BDD}" dt="2026-02-02T09:20:20.806" v="3316" actId="478"/>
          <ac:grpSpMkLst>
            <pc:docMk/>
            <pc:sldMk cId="2697541983" sldId="266"/>
            <ac:grpSpMk id="33" creationId="{DB2FC48A-4523-3558-5DFC-6772E3C7DC24}"/>
          </ac:grpSpMkLst>
        </pc:grpChg>
        <pc:grpChg chg="del mod">
          <ac:chgData name="Sony.Harianto" userId="cc3d1ea9-c1c4-4613-9cdd-067399f80c05" providerId="ADAL" clId="{23F1D554-02A3-4386-89D0-41E3C4DC1BDD}" dt="2026-02-02T09:20:20.806" v="3316" actId="478"/>
          <ac:grpSpMkLst>
            <pc:docMk/>
            <pc:sldMk cId="2697541983" sldId="266"/>
            <ac:grpSpMk id="42" creationId="{D1532E90-A981-F25C-C22E-8E76AE96C214}"/>
          </ac:grpSpMkLst>
        </pc:grpChg>
        <pc:grpChg chg="del mod">
          <ac:chgData name="Sony.Harianto" userId="cc3d1ea9-c1c4-4613-9cdd-067399f80c05" providerId="ADAL" clId="{23F1D554-02A3-4386-89D0-41E3C4DC1BDD}" dt="2026-02-02T09:20:20.806" v="3316" actId="478"/>
          <ac:grpSpMkLst>
            <pc:docMk/>
            <pc:sldMk cId="2697541983" sldId="266"/>
            <ac:grpSpMk id="52" creationId="{4B564FB0-C716-686B-628C-69F8689DCB9D}"/>
          </ac:grpSpMkLst>
        </pc:grpChg>
        <pc:grpChg chg="add del mod">
          <ac:chgData name="Sony.Harianto" userId="cc3d1ea9-c1c4-4613-9cdd-067399f80c05" providerId="ADAL" clId="{23F1D554-02A3-4386-89D0-41E3C4DC1BDD}" dt="2026-02-02T09:50:47.048" v="3459" actId="478"/>
          <ac:grpSpMkLst>
            <pc:docMk/>
            <pc:sldMk cId="2697541983" sldId="266"/>
            <ac:grpSpMk id="61" creationId="{A5001035-2A16-B94A-7877-B9C2B8145B91}"/>
          </ac:grpSpMkLst>
        </pc:grpChg>
        <pc:grpChg chg="topLvl">
          <ac:chgData name="Sony.Harianto" userId="cc3d1ea9-c1c4-4613-9cdd-067399f80c05" providerId="ADAL" clId="{23F1D554-02A3-4386-89D0-41E3C4DC1BDD}" dt="2026-02-02T09:50:47.048" v="3459" actId="478"/>
          <ac:grpSpMkLst>
            <pc:docMk/>
            <pc:sldMk cId="2697541983" sldId="266"/>
            <ac:grpSpMk id="65" creationId="{84553BEF-CCE1-B3A6-7B2F-552E18AEF523}"/>
          </ac:grpSpMkLst>
        </pc:grpChg>
        <pc:grpChg chg="del mod">
          <ac:chgData name="Sony.Harianto" userId="cc3d1ea9-c1c4-4613-9cdd-067399f80c05" providerId="ADAL" clId="{23F1D554-02A3-4386-89D0-41E3C4DC1BDD}" dt="2026-02-02T10:10:17.759" v="3505" actId="21"/>
          <ac:grpSpMkLst>
            <pc:docMk/>
            <pc:sldMk cId="2697541983" sldId="266"/>
            <ac:grpSpMk id="73" creationId="{7A7A52F5-D47C-491B-EA0F-B9DC5AF989ED}"/>
          </ac:grpSpMkLst>
        </pc:grpChg>
        <pc:graphicFrameChg chg="add del mod modGraphic">
          <ac:chgData name="Sony.Harianto" userId="cc3d1ea9-c1c4-4613-9cdd-067399f80c05" providerId="ADAL" clId="{23F1D554-02A3-4386-89D0-41E3C4DC1BDD}" dt="2026-02-02T08:52:17.537" v="3188" actId="478"/>
          <ac:graphicFrameMkLst>
            <pc:docMk/>
            <pc:sldMk cId="2697541983" sldId="266"/>
            <ac:graphicFrameMk id="5" creationId="{EB845273-E75C-793D-B128-26383C7EC2F6}"/>
          </ac:graphicFrameMkLst>
        </pc:graphicFrameChg>
        <pc:cxnChg chg="add del mod">
          <ac:chgData name="Sony.Harianto" userId="cc3d1ea9-c1c4-4613-9cdd-067399f80c05" providerId="ADAL" clId="{23F1D554-02A3-4386-89D0-41E3C4DC1BDD}" dt="2026-02-02T10:10:50.929" v="3514" actId="14100"/>
          <ac:cxnSpMkLst>
            <pc:docMk/>
            <pc:sldMk cId="2697541983" sldId="266"/>
            <ac:cxnSpMk id="86" creationId="{71ABB068-4050-20D6-5A1C-49C30787C46F}"/>
          </ac:cxnSpMkLst>
        </pc:cxnChg>
        <pc:cxnChg chg="add mod">
          <ac:chgData name="Sony.Harianto" userId="cc3d1ea9-c1c4-4613-9cdd-067399f80c05" providerId="ADAL" clId="{23F1D554-02A3-4386-89D0-41E3C4DC1BDD}" dt="2026-02-02T10:11:00.420" v="3516" actId="14100"/>
          <ac:cxnSpMkLst>
            <pc:docMk/>
            <pc:sldMk cId="2697541983" sldId="266"/>
            <ac:cxnSpMk id="87" creationId="{3B064E15-7F39-7484-F868-CA943E14BBAA}"/>
          </ac:cxnSpMkLst>
        </pc:cxnChg>
        <pc:cxnChg chg="add mod">
          <ac:chgData name="Sony.Harianto" userId="cc3d1ea9-c1c4-4613-9cdd-067399f80c05" providerId="ADAL" clId="{23F1D554-02A3-4386-89D0-41E3C4DC1BDD}" dt="2026-02-02T10:10:50.929" v="3514" actId="14100"/>
          <ac:cxnSpMkLst>
            <pc:docMk/>
            <pc:sldMk cId="2697541983" sldId="266"/>
            <ac:cxnSpMk id="92" creationId="{51CBB554-67AB-8755-C140-C599EC40A9CA}"/>
          </ac:cxnSpMkLst>
        </pc:cxnChg>
      </pc:sldChg>
      <pc:sldChg chg="addSp modSp add mod">
        <pc:chgData name="Sony.Harianto" userId="cc3d1ea9-c1c4-4613-9cdd-067399f80c05" providerId="ADAL" clId="{23F1D554-02A3-4386-89D0-41E3C4DC1BDD}" dt="2026-01-31T10:19:41.389" v="1367" actId="20577"/>
        <pc:sldMkLst>
          <pc:docMk/>
          <pc:sldMk cId="2099960686" sldId="267"/>
        </pc:sldMkLst>
        <pc:spChg chg="add mod">
          <ac:chgData name="Sony.Harianto" userId="cc3d1ea9-c1c4-4613-9cdd-067399f80c05" providerId="ADAL" clId="{23F1D554-02A3-4386-89D0-41E3C4DC1BDD}" dt="2026-01-31T10:18:23.879" v="1350" actId="1076"/>
          <ac:spMkLst>
            <pc:docMk/>
            <pc:sldMk cId="2099960686" sldId="267"/>
            <ac:spMk id="2" creationId="{A87DC8B7-AB0B-70DA-4453-93C615886D59}"/>
          </ac:spMkLst>
        </pc:spChg>
        <pc:spChg chg="mod">
          <ac:chgData name="Sony.Harianto" userId="cc3d1ea9-c1c4-4613-9cdd-067399f80c05" providerId="ADAL" clId="{23F1D554-02A3-4386-89D0-41E3C4DC1BDD}" dt="2026-01-31T10:19:41.389" v="1367" actId="20577"/>
          <ac:spMkLst>
            <pc:docMk/>
            <pc:sldMk cId="2099960686" sldId="267"/>
            <ac:spMk id="4" creationId="{2B252212-3A0E-FCF0-11E1-AD916139C43E}"/>
          </ac:spMkLst>
        </pc:spChg>
        <pc:spChg chg="add mod">
          <ac:chgData name="Sony.Harianto" userId="cc3d1ea9-c1c4-4613-9cdd-067399f80c05" providerId="ADAL" clId="{23F1D554-02A3-4386-89D0-41E3C4DC1BDD}" dt="2026-01-31T10:18:55.686" v="1361" actId="2711"/>
          <ac:spMkLst>
            <pc:docMk/>
            <pc:sldMk cId="2099960686" sldId="267"/>
            <ac:spMk id="5" creationId="{46950A27-9938-D4BB-0E8A-14B253EE065B}"/>
          </ac:spMkLst>
        </pc:spChg>
        <pc:spChg chg="mod">
          <ac:chgData name="Sony.Harianto" userId="cc3d1ea9-c1c4-4613-9cdd-067399f80c05" providerId="ADAL" clId="{23F1D554-02A3-4386-89D0-41E3C4DC1BDD}" dt="2026-01-31T10:17:57.744" v="1337" actId="21"/>
          <ac:spMkLst>
            <pc:docMk/>
            <pc:sldMk cId="2099960686" sldId="267"/>
            <ac:spMk id="6" creationId="{EBE8B789-CCD2-0247-9C2F-71948CF49CA6}"/>
          </ac:spMkLst>
        </pc:spChg>
        <pc:spChg chg="add mod">
          <ac:chgData name="Sony.Harianto" userId="cc3d1ea9-c1c4-4613-9cdd-067399f80c05" providerId="ADAL" clId="{23F1D554-02A3-4386-89D0-41E3C4DC1BDD}" dt="2026-01-31T10:18:43.066" v="1357" actId="2711"/>
          <ac:spMkLst>
            <pc:docMk/>
            <pc:sldMk cId="2099960686" sldId="267"/>
            <ac:spMk id="8" creationId="{77EACFF6-62E5-401E-D4CD-90B6746B1143}"/>
          </ac:spMkLst>
        </pc:spChg>
        <pc:spChg chg="add mod">
          <ac:chgData name="Sony.Harianto" userId="cc3d1ea9-c1c4-4613-9cdd-067399f80c05" providerId="ADAL" clId="{23F1D554-02A3-4386-89D0-41E3C4DC1BDD}" dt="2026-01-31T10:18:51.386" v="1360" actId="113"/>
          <ac:spMkLst>
            <pc:docMk/>
            <pc:sldMk cId="2099960686" sldId="267"/>
            <ac:spMk id="10" creationId="{D1E8E4E4-CE4E-BBAC-F8E0-3C18A32F1D0D}"/>
          </ac:spMkLst>
        </pc:spChg>
        <pc:spChg chg="add mod">
          <ac:chgData name="Sony.Harianto" userId="cc3d1ea9-c1c4-4613-9cdd-067399f80c05" providerId="ADAL" clId="{23F1D554-02A3-4386-89D0-41E3C4DC1BDD}" dt="2026-01-31T10:18:28.922" v="1352" actId="1076"/>
          <ac:spMkLst>
            <pc:docMk/>
            <pc:sldMk cId="2099960686" sldId="267"/>
            <ac:spMk id="11" creationId="{90C56326-3687-76A1-1F9B-43E27E1F849B}"/>
          </ac:spMkLst>
        </pc:spChg>
        <pc:spChg chg="add mod">
          <ac:chgData name="Sony.Harianto" userId="cc3d1ea9-c1c4-4613-9cdd-067399f80c05" providerId="ADAL" clId="{23F1D554-02A3-4386-89D0-41E3C4DC1BDD}" dt="2026-01-31T10:18:31.688" v="1354" actId="1076"/>
          <ac:spMkLst>
            <pc:docMk/>
            <pc:sldMk cId="2099960686" sldId="267"/>
            <ac:spMk id="12" creationId="{981257C2-8EDB-0849-62F1-3E4E0B8C9D4D}"/>
          </ac:spMkLst>
        </pc:spChg>
      </pc:sldChg>
      <pc:sldChg chg="addSp modSp add del mod ord">
        <pc:chgData name="Sony.Harianto" userId="cc3d1ea9-c1c4-4613-9cdd-067399f80c05" providerId="ADAL" clId="{23F1D554-02A3-4386-89D0-41E3C4DC1BDD}" dt="2026-02-02T13:18:50.482" v="4423" actId="47"/>
        <pc:sldMkLst>
          <pc:docMk/>
          <pc:sldMk cId="2092437392" sldId="269"/>
        </pc:sldMkLst>
      </pc:sldChg>
      <pc:sldChg chg="addSp delSp modSp add del mod ord">
        <pc:chgData name="Sony.Harianto" userId="cc3d1ea9-c1c4-4613-9cdd-067399f80c05" providerId="ADAL" clId="{23F1D554-02A3-4386-89D0-41E3C4DC1BDD}" dt="2026-02-02T13:18:51.535" v="4424" actId="47"/>
        <pc:sldMkLst>
          <pc:docMk/>
          <pc:sldMk cId="2183938125" sldId="270"/>
        </pc:sldMkLst>
      </pc:sldChg>
      <pc:sldChg chg="addSp delSp modSp add del mod ord">
        <pc:chgData name="Sony.Harianto" userId="cc3d1ea9-c1c4-4613-9cdd-067399f80c05" providerId="ADAL" clId="{23F1D554-02A3-4386-89D0-41E3C4DC1BDD}" dt="2026-02-02T13:18:53.568" v="4425" actId="47"/>
        <pc:sldMkLst>
          <pc:docMk/>
          <pc:sldMk cId="2212779508" sldId="271"/>
        </pc:sldMkLst>
      </pc:sldChg>
      <pc:sldChg chg="addSp delSp modSp add mod modNotesTx">
        <pc:chgData name="Sony.Harianto" userId="cc3d1ea9-c1c4-4613-9cdd-067399f80c05" providerId="ADAL" clId="{23F1D554-02A3-4386-89D0-41E3C4DC1BDD}" dt="2026-02-03T03:58:46.059" v="5102" actId="20577"/>
        <pc:sldMkLst>
          <pc:docMk/>
          <pc:sldMk cId="391999969" sldId="272"/>
        </pc:sldMkLst>
        <pc:spChg chg="add del mod">
          <ac:chgData name="Sony.Harianto" userId="cc3d1ea9-c1c4-4613-9cdd-067399f80c05" providerId="ADAL" clId="{23F1D554-02A3-4386-89D0-41E3C4DC1BDD}" dt="2026-02-02T11:13:42.249" v="4333" actId="478"/>
          <ac:spMkLst>
            <pc:docMk/>
            <pc:sldMk cId="391999969" sldId="272"/>
            <ac:spMk id="2" creationId="{B0295855-4DA9-E265-297B-572B120F79DD}"/>
          </ac:spMkLst>
        </pc:spChg>
        <pc:spChg chg="add mod">
          <ac:chgData name="Sony.Harianto" userId="cc3d1ea9-c1c4-4613-9cdd-067399f80c05" providerId="ADAL" clId="{23F1D554-02A3-4386-89D0-41E3C4DC1BDD}" dt="2026-02-02T11:14:27.384" v="4345" actId="255"/>
          <ac:spMkLst>
            <pc:docMk/>
            <pc:sldMk cId="391999969" sldId="272"/>
            <ac:spMk id="3" creationId="{CD56C5F7-9D12-F5FA-EBDC-504E4EAC0301}"/>
          </ac:spMkLst>
        </pc:spChg>
        <pc:spChg chg="mod">
          <ac:chgData name="Sony.Harianto" userId="cc3d1ea9-c1c4-4613-9cdd-067399f80c05" providerId="ADAL" clId="{23F1D554-02A3-4386-89D0-41E3C4DC1BDD}" dt="2026-01-31T11:00:08.296" v="1734" actId="20577"/>
          <ac:spMkLst>
            <pc:docMk/>
            <pc:sldMk cId="391999969" sldId="272"/>
            <ac:spMk id="4" creationId="{535002DA-EFF8-0D41-9C6C-631B99CDFB94}"/>
          </ac:spMkLst>
        </pc:spChg>
        <pc:spChg chg="mod">
          <ac:chgData name="Sony.Harianto" userId="cc3d1ea9-c1c4-4613-9cdd-067399f80c05" providerId="ADAL" clId="{23F1D554-02A3-4386-89D0-41E3C4DC1BDD}" dt="2026-02-02T11:12:30.290" v="4318" actId="20577"/>
          <ac:spMkLst>
            <pc:docMk/>
            <pc:sldMk cId="391999969" sldId="272"/>
            <ac:spMk id="5" creationId="{24DC91DB-C4D0-D0AC-7F3A-7F3FEB8A7BAE}"/>
          </ac:spMkLst>
        </pc:spChg>
        <pc:spChg chg="add del mod">
          <ac:chgData name="Sony.Harianto" userId="cc3d1ea9-c1c4-4613-9cdd-067399f80c05" providerId="ADAL" clId="{23F1D554-02A3-4386-89D0-41E3C4DC1BDD}" dt="2026-02-02T10:51:03.754" v="3782" actId="478"/>
          <ac:spMkLst>
            <pc:docMk/>
            <pc:sldMk cId="391999969" sldId="272"/>
            <ac:spMk id="6" creationId="{1C981A81-DB4F-0FFD-5AD9-A2819E4C1DEA}"/>
          </ac:spMkLst>
        </pc:spChg>
        <pc:spChg chg="add del mod">
          <ac:chgData name="Sony.Harianto" userId="cc3d1ea9-c1c4-4613-9cdd-067399f80c05" providerId="ADAL" clId="{23F1D554-02A3-4386-89D0-41E3C4DC1BDD}" dt="2026-02-02T10:51:07.510" v="3783" actId="478"/>
          <ac:spMkLst>
            <pc:docMk/>
            <pc:sldMk cId="391999969" sldId="272"/>
            <ac:spMk id="8" creationId="{52E678E2-5C3C-2EFC-CCF0-8FBD2943A165}"/>
          </ac:spMkLst>
        </pc:spChg>
        <pc:spChg chg="add del mod">
          <ac:chgData name="Sony.Harianto" userId="cc3d1ea9-c1c4-4613-9cdd-067399f80c05" providerId="ADAL" clId="{23F1D554-02A3-4386-89D0-41E3C4DC1BDD}" dt="2026-02-02T11:01:24.800" v="4019" actId="478"/>
          <ac:spMkLst>
            <pc:docMk/>
            <pc:sldMk cId="391999969" sldId="272"/>
            <ac:spMk id="17" creationId="{E3A5BBE7-6B5E-8BB4-9340-B89DE04264BE}"/>
          </ac:spMkLst>
        </pc:spChg>
        <pc:spChg chg="add del mod">
          <ac:chgData name="Sony.Harianto" userId="cc3d1ea9-c1c4-4613-9cdd-067399f80c05" providerId="ADAL" clId="{23F1D554-02A3-4386-89D0-41E3C4DC1BDD}" dt="2026-02-02T11:01:53.182" v="4032" actId="478"/>
          <ac:spMkLst>
            <pc:docMk/>
            <pc:sldMk cId="391999969" sldId="272"/>
            <ac:spMk id="21" creationId="{FBDF220E-A206-6DC4-1924-7FC18AE2BF2F}"/>
          </ac:spMkLst>
        </pc:spChg>
        <pc:spChg chg="add del mod">
          <ac:chgData name="Sony.Harianto" userId="cc3d1ea9-c1c4-4613-9cdd-067399f80c05" providerId="ADAL" clId="{23F1D554-02A3-4386-89D0-41E3C4DC1BDD}" dt="2026-02-02T11:01:59.286" v="4037"/>
          <ac:spMkLst>
            <pc:docMk/>
            <pc:sldMk cId="391999969" sldId="272"/>
            <ac:spMk id="23" creationId="{4C11E6D5-275D-142F-62E3-F6E4D64D91F6}"/>
          </ac:spMkLst>
        </pc:spChg>
        <pc:spChg chg="add mod">
          <ac:chgData name="Sony.Harianto" userId="cc3d1ea9-c1c4-4613-9cdd-067399f80c05" providerId="ADAL" clId="{23F1D554-02A3-4386-89D0-41E3C4DC1BDD}" dt="2026-02-02T23:20:42.952" v="4562" actId="255"/>
          <ac:spMkLst>
            <pc:docMk/>
            <pc:sldMk cId="391999969" sldId="272"/>
            <ac:spMk id="24" creationId="{BD6CCCC0-8C04-0C8B-A6C6-C9D45EE0915B}"/>
          </ac:spMkLst>
        </pc:spChg>
        <pc:spChg chg="add mod">
          <ac:chgData name="Sony.Harianto" userId="cc3d1ea9-c1c4-4613-9cdd-067399f80c05" providerId="ADAL" clId="{23F1D554-02A3-4386-89D0-41E3C4DC1BDD}" dt="2026-02-02T10:59:06.847" v="3922" actId="113"/>
          <ac:spMkLst>
            <pc:docMk/>
            <pc:sldMk cId="391999969" sldId="272"/>
            <ac:spMk id="25" creationId="{D28B97F8-0AB2-A262-4C0D-FC555B114705}"/>
          </ac:spMkLst>
        </pc:spChg>
        <pc:spChg chg="add mod">
          <ac:chgData name="Sony.Harianto" userId="cc3d1ea9-c1c4-4613-9cdd-067399f80c05" providerId="ADAL" clId="{23F1D554-02A3-4386-89D0-41E3C4DC1BDD}" dt="2026-02-02T23:20:51.056" v="4578" actId="20577"/>
          <ac:spMkLst>
            <pc:docMk/>
            <pc:sldMk cId="391999969" sldId="272"/>
            <ac:spMk id="26" creationId="{D8F5655E-0836-19CB-69A7-E72407CD6A88}"/>
          </ac:spMkLst>
        </pc:spChg>
        <pc:spChg chg="add mod">
          <ac:chgData name="Sony.Harianto" userId="cc3d1ea9-c1c4-4613-9cdd-067399f80c05" providerId="ADAL" clId="{23F1D554-02A3-4386-89D0-41E3C4DC1BDD}" dt="2026-02-02T11:15:14.453" v="4364" actId="255"/>
          <ac:spMkLst>
            <pc:docMk/>
            <pc:sldMk cId="391999969" sldId="272"/>
            <ac:spMk id="28" creationId="{986D1AB9-6F9B-3C8B-94B3-159C13CB853E}"/>
          </ac:spMkLst>
        </pc:spChg>
        <pc:spChg chg="add mod">
          <ac:chgData name="Sony.Harianto" userId="cc3d1ea9-c1c4-4613-9cdd-067399f80c05" providerId="ADAL" clId="{23F1D554-02A3-4386-89D0-41E3C4DC1BDD}" dt="2026-02-02T11:15:19.565" v="4365" actId="1076"/>
          <ac:spMkLst>
            <pc:docMk/>
            <pc:sldMk cId="391999969" sldId="272"/>
            <ac:spMk id="36" creationId="{52F8FDBB-EC3C-D936-E499-C8BB398D2F77}"/>
          </ac:spMkLst>
        </pc:spChg>
        <pc:spChg chg="add del mod">
          <ac:chgData name="Sony.Harianto" userId="cc3d1ea9-c1c4-4613-9cdd-067399f80c05" providerId="ADAL" clId="{23F1D554-02A3-4386-89D0-41E3C4DC1BDD}" dt="2026-02-02T11:02:12.877" v="4041" actId="478"/>
          <ac:spMkLst>
            <pc:docMk/>
            <pc:sldMk cId="391999969" sldId="272"/>
            <ac:spMk id="37" creationId="{388D14DD-3250-EAC9-EC6F-C84E6CF9D56F}"/>
          </ac:spMkLst>
        </pc:spChg>
        <pc:spChg chg="add mod">
          <ac:chgData name="Sony.Harianto" userId="cc3d1ea9-c1c4-4613-9cdd-067399f80c05" providerId="ADAL" clId="{23F1D554-02A3-4386-89D0-41E3C4DC1BDD}" dt="2026-02-02T11:14:46.410" v="4353" actId="255"/>
          <ac:spMkLst>
            <pc:docMk/>
            <pc:sldMk cId="391999969" sldId="272"/>
            <ac:spMk id="38" creationId="{362C9D5F-BB6A-F301-BC21-FB711D7B9232}"/>
          </ac:spMkLst>
        </pc:spChg>
        <pc:spChg chg="add mod">
          <ac:chgData name="Sony.Harianto" userId="cc3d1ea9-c1c4-4613-9cdd-067399f80c05" providerId="ADAL" clId="{23F1D554-02A3-4386-89D0-41E3C4DC1BDD}" dt="2026-02-02T23:21:15.647" v="4604" actId="20577"/>
          <ac:spMkLst>
            <pc:docMk/>
            <pc:sldMk cId="391999969" sldId="272"/>
            <ac:spMk id="39" creationId="{EB6DFD6D-20FA-CB30-D352-8D819E3BBE31}"/>
          </ac:spMkLst>
        </pc:spChg>
        <pc:spChg chg="add mod">
          <ac:chgData name="Sony.Harianto" userId="cc3d1ea9-c1c4-4613-9cdd-067399f80c05" providerId="ADAL" clId="{23F1D554-02A3-4386-89D0-41E3C4DC1BDD}" dt="2026-02-03T03:58:46.059" v="5102" actId="20577"/>
          <ac:spMkLst>
            <pc:docMk/>
            <pc:sldMk cId="391999969" sldId="272"/>
            <ac:spMk id="41" creationId="{2FCF472B-AA3C-139F-E2FB-44D82598ED16}"/>
          </ac:spMkLst>
        </pc:spChg>
        <pc:spChg chg="add del mod">
          <ac:chgData name="Sony.Harianto" userId="cc3d1ea9-c1c4-4613-9cdd-067399f80c05" providerId="ADAL" clId="{23F1D554-02A3-4386-89D0-41E3C4DC1BDD}" dt="2026-02-02T11:05:32.665" v="4125"/>
          <ac:spMkLst>
            <pc:docMk/>
            <pc:sldMk cId="391999969" sldId="272"/>
            <ac:spMk id="42" creationId="{673B42D9-B937-148F-A851-D18B8D7D3D5E}"/>
          </ac:spMkLst>
        </pc:spChg>
        <pc:spChg chg="add del mod">
          <ac:chgData name="Sony.Harianto" userId="cc3d1ea9-c1c4-4613-9cdd-067399f80c05" providerId="ADAL" clId="{23F1D554-02A3-4386-89D0-41E3C4DC1BDD}" dt="2026-02-02T11:14:32.697" v="4346" actId="478"/>
          <ac:spMkLst>
            <pc:docMk/>
            <pc:sldMk cId="391999969" sldId="272"/>
            <ac:spMk id="43" creationId="{AE4EBC31-0ACA-5129-5F02-BC796848F16D}"/>
          </ac:spMkLst>
        </pc:spChg>
        <pc:spChg chg="add del mod">
          <ac:chgData name="Sony.Harianto" userId="cc3d1ea9-c1c4-4613-9cdd-067399f80c05" providerId="ADAL" clId="{23F1D554-02A3-4386-89D0-41E3C4DC1BDD}" dt="2026-02-02T11:08:43.166" v="4173"/>
          <ac:spMkLst>
            <pc:docMk/>
            <pc:sldMk cId="391999969" sldId="272"/>
            <ac:spMk id="44" creationId="{C83BFE4E-415E-711C-C231-9F2EF71E8FE3}"/>
          </ac:spMkLst>
        </pc:spChg>
        <pc:spChg chg="add del mod">
          <ac:chgData name="Sony.Harianto" userId="cc3d1ea9-c1c4-4613-9cdd-067399f80c05" providerId="ADAL" clId="{23F1D554-02A3-4386-89D0-41E3C4DC1BDD}" dt="2026-02-02T11:13:05.838" v="4322"/>
          <ac:spMkLst>
            <pc:docMk/>
            <pc:sldMk cId="391999969" sldId="272"/>
            <ac:spMk id="49" creationId="{B0CB4CDC-C7D9-0FEA-E1A8-200A907D05CF}"/>
          </ac:spMkLst>
        </pc:spChg>
        <pc:picChg chg="add mod">
          <ac:chgData name="Sony.Harianto" userId="cc3d1ea9-c1c4-4613-9cdd-067399f80c05" providerId="ADAL" clId="{23F1D554-02A3-4386-89D0-41E3C4DC1BDD}" dt="2026-02-02T10:58:58.089" v="3916" actId="1076"/>
          <ac:picMkLst>
            <pc:docMk/>
            <pc:sldMk cId="391999969" sldId="272"/>
            <ac:picMk id="4098" creationId="{AEDA32ED-ECC6-3954-999B-4FF9E5406CFD}"/>
          </ac:picMkLst>
        </pc:picChg>
        <pc:cxnChg chg="add mod">
          <ac:chgData name="Sony.Harianto" userId="cc3d1ea9-c1c4-4613-9cdd-067399f80c05" providerId="ADAL" clId="{23F1D554-02A3-4386-89D0-41E3C4DC1BDD}" dt="2026-02-02T23:20:24.562" v="4561" actId="13822"/>
          <ac:cxnSpMkLst>
            <pc:docMk/>
            <pc:sldMk cId="391999969" sldId="272"/>
            <ac:cxnSpMk id="6" creationId="{2C2559F2-2498-CF93-A5DF-9F8A2EDABD1A}"/>
          </ac:cxnSpMkLst>
        </pc:cxnChg>
        <pc:cxnChg chg="add del mod">
          <ac:chgData name="Sony.Harianto" userId="cc3d1ea9-c1c4-4613-9cdd-067399f80c05" providerId="ADAL" clId="{23F1D554-02A3-4386-89D0-41E3C4DC1BDD}" dt="2026-02-02T10:51:07.510" v="3783" actId="478"/>
          <ac:cxnSpMkLst>
            <pc:docMk/>
            <pc:sldMk cId="391999969" sldId="272"/>
            <ac:cxnSpMk id="10" creationId="{6C944E0C-30AD-7BA8-AE25-FA04CB858D57}"/>
          </ac:cxnSpMkLst>
        </pc:cxnChg>
        <pc:cxnChg chg="add mod">
          <ac:chgData name="Sony.Harianto" userId="cc3d1ea9-c1c4-4613-9cdd-067399f80c05" providerId="ADAL" clId="{23F1D554-02A3-4386-89D0-41E3C4DC1BDD}" dt="2026-02-02T11:14:02.173" v="4340" actId="1076"/>
          <ac:cxnSpMkLst>
            <pc:docMk/>
            <pc:sldMk cId="391999969" sldId="272"/>
            <ac:cxnSpMk id="19" creationId="{121CCC32-5F0E-97F9-3485-D156605C8337}"/>
          </ac:cxnSpMkLst>
        </pc:cxnChg>
        <pc:cxnChg chg="add mod">
          <ac:chgData name="Sony.Harianto" userId="cc3d1ea9-c1c4-4613-9cdd-067399f80c05" providerId="ADAL" clId="{23F1D554-02A3-4386-89D0-41E3C4DC1BDD}" dt="2026-02-02T11:14:05.695" v="4341" actId="1076"/>
          <ac:cxnSpMkLst>
            <pc:docMk/>
            <pc:sldMk cId="391999969" sldId="272"/>
            <ac:cxnSpMk id="32" creationId="{0E493EAD-AD1E-36DF-AB9B-1CF23F739A76}"/>
          </ac:cxnSpMkLst>
        </pc:cxnChg>
        <pc:cxnChg chg="add mod">
          <ac:chgData name="Sony.Harianto" userId="cc3d1ea9-c1c4-4613-9cdd-067399f80c05" providerId="ADAL" clId="{23F1D554-02A3-4386-89D0-41E3C4DC1BDD}" dt="2026-02-02T11:09:13.395" v="4176" actId="208"/>
          <ac:cxnSpMkLst>
            <pc:docMk/>
            <pc:sldMk cId="391999969" sldId="272"/>
            <ac:cxnSpMk id="46" creationId="{5A6A0B75-52B5-B539-DE9C-3E72C6C0B8F2}"/>
          </ac:cxnSpMkLst>
        </pc:cxnChg>
        <pc:cxnChg chg="add mod">
          <ac:chgData name="Sony.Harianto" userId="cc3d1ea9-c1c4-4613-9cdd-067399f80c05" providerId="ADAL" clId="{23F1D554-02A3-4386-89D0-41E3C4DC1BDD}" dt="2026-02-02T11:12:10.923" v="4277" actId="1076"/>
          <ac:cxnSpMkLst>
            <pc:docMk/>
            <pc:sldMk cId="391999969" sldId="272"/>
            <ac:cxnSpMk id="48" creationId="{61826AF5-232C-39E2-56B1-EC12F67ABC35}"/>
          </ac:cxnSpMkLst>
        </pc:cxnChg>
        <pc:cxnChg chg="add mod">
          <ac:chgData name="Sony.Harianto" userId="cc3d1ea9-c1c4-4613-9cdd-067399f80c05" providerId="ADAL" clId="{23F1D554-02A3-4386-89D0-41E3C4DC1BDD}" dt="2026-02-02T11:13:56.734" v="4339" actId="1076"/>
          <ac:cxnSpMkLst>
            <pc:docMk/>
            <pc:sldMk cId="391999969" sldId="272"/>
            <ac:cxnSpMk id="50" creationId="{976B4E62-F170-D502-1D9D-47050618B00C}"/>
          </ac:cxnSpMkLst>
        </pc:cxnChg>
        <pc:cxnChg chg="add mod">
          <ac:chgData name="Sony.Harianto" userId="cc3d1ea9-c1c4-4613-9cdd-067399f80c05" providerId="ADAL" clId="{23F1D554-02A3-4386-89D0-41E3C4DC1BDD}" dt="2026-02-02T11:14:38.136" v="4350" actId="14100"/>
          <ac:cxnSpMkLst>
            <pc:docMk/>
            <pc:sldMk cId="391999969" sldId="272"/>
            <ac:cxnSpMk id="60" creationId="{8AB5DC3B-398C-A2F4-756A-2359D420C981}"/>
          </ac:cxnSpMkLst>
        </pc:cxnChg>
        <pc:cxnChg chg="add mod">
          <ac:chgData name="Sony.Harianto" userId="cc3d1ea9-c1c4-4613-9cdd-067399f80c05" providerId="ADAL" clId="{23F1D554-02A3-4386-89D0-41E3C4DC1BDD}" dt="2026-02-02T11:14:59.619" v="4360" actId="14100"/>
          <ac:cxnSpMkLst>
            <pc:docMk/>
            <pc:sldMk cId="391999969" sldId="272"/>
            <ac:cxnSpMk id="63" creationId="{C32C6ED8-786A-AD94-7429-20B9545109AE}"/>
          </ac:cxnSpMkLst>
        </pc:cxnChg>
      </pc:sldChg>
      <pc:sldChg chg="addSp delSp modSp add mod setBg">
        <pc:chgData name="Sony.Harianto" userId="cc3d1ea9-c1c4-4613-9cdd-067399f80c05" providerId="ADAL" clId="{23F1D554-02A3-4386-89D0-41E3C4DC1BDD}" dt="2026-02-03T00:13:11.640" v="4883" actId="20577"/>
        <pc:sldMkLst>
          <pc:docMk/>
          <pc:sldMk cId="2150274522" sldId="273"/>
        </pc:sldMkLst>
        <pc:spChg chg="add mod">
          <ac:chgData name="Sony.Harianto" userId="cc3d1ea9-c1c4-4613-9cdd-067399f80c05" providerId="ADAL" clId="{23F1D554-02A3-4386-89D0-41E3C4DC1BDD}" dt="2026-02-03T00:05:20.246" v="4791" actId="1076"/>
          <ac:spMkLst>
            <pc:docMk/>
            <pc:sldMk cId="2150274522" sldId="273"/>
            <ac:spMk id="3" creationId="{CC711F4F-5FB5-6179-245B-4A29A4A080D9}"/>
          </ac:spMkLst>
        </pc:spChg>
        <pc:spChg chg="mod">
          <ac:chgData name="Sony.Harianto" userId="cc3d1ea9-c1c4-4613-9cdd-067399f80c05" providerId="ADAL" clId="{23F1D554-02A3-4386-89D0-41E3C4DC1BDD}" dt="2026-01-31T23:35:00.357" v="1852" actId="26606"/>
          <ac:spMkLst>
            <pc:docMk/>
            <pc:sldMk cId="2150274522" sldId="273"/>
            <ac:spMk id="4" creationId="{31EAF66A-6729-154D-7778-4C72DD257FAB}"/>
          </ac:spMkLst>
        </pc:spChg>
        <pc:spChg chg="add mod">
          <ac:chgData name="Sony.Harianto" userId="cc3d1ea9-c1c4-4613-9cdd-067399f80c05" providerId="ADAL" clId="{23F1D554-02A3-4386-89D0-41E3C4DC1BDD}" dt="2026-02-03T00:13:11.640" v="4883" actId="20577"/>
          <ac:spMkLst>
            <pc:docMk/>
            <pc:sldMk cId="2150274522" sldId="273"/>
            <ac:spMk id="5" creationId="{DB1D0E38-7EC2-97BA-6279-FA4D726D8CE7}"/>
          </ac:spMkLst>
        </pc:spChg>
        <pc:spChg chg="add del mod">
          <ac:chgData name="Sony.Harianto" userId="cc3d1ea9-c1c4-4613-9cdd-067399f80c05" providerId="ADAL" clId="{23F1D554-02A3-4386-89D0-41E3C4DC1BDD}" dt="2026-02-02T23:50:53.685" v="4715" actId="478"/>
          <ac:spMkLst>
            <pc:docMk/>
            <pc:sldMk cId="2150274522" sldId="273"/>
            <ac:spMk id="6" creationId="{249C6655-AA7E-7991-4FBF-FB28598FC0D9}"/>
          </ac:spMkLst>
        </pc:spChg>
        <pc:spChg chg="add del">
          <ac:chgData name="Sony.Harianto" userId="cc3d1ea9-c1c4-4613-9cdd-067399f80c05" providerId="ADAL" clId="{23F1D554-02A3-4386-89D0-41E3C4DC1BDD}" dt="2026-02-03T00:05:46.708" v="4795" actId="478"/>
          <ac:spMkLst>
            <pc:docMk/>
            <pc:sldMk cId="2150274522" sldId="273"/>
            <ac:spMk id="7" creationId="{D457BF38-78F7-E8E4-180C-DAEE9E44A980}"/>
          </ac:spMkLst>
        </pc:spChg>
        <pc:spChg chg="add mod">
          <ac:chgData name="Sony.Harianto" userId="cc3d1ea9-c1c4-4613-9cdd-067399f80c05" providerId="ADAL" clId="{23F1D554-02A3-4386-89D0-41E3C4DC1BDD}" dt="2026-02-03T00:13:01.682" v="4876" actId="20577"/>
          <ac:spMkLst>
            <pc:docMk/>
            <pc:sldMk cId="2150274522" sldId="273"/>
            <ac:spMk id="8" creationId="{2B4B525B-E112-3BF6-A530-E60597FE92FE}"/>
          </ac:spMkLst>
        </pc:spChg>
        <pc:spChg chg="add del mod">
          <ac:chgData name="Sony.Harianto" userId="cc3d1ea9-c1c4-4613-9cdd-067399f80c05" providerId="ADAL" clId="{23F1D554-02A3-4386-89D0-41E3C4DC1BDD}" dt="2026-02-02T23:50:55.844" v="4716" actId="478"/>
          <ac:spMkLst>
            <pc:docMk/>
            <pc:sldMk cId="2150274522" sldId="273"/>
            <ac:spMk id="9" creationId="{8466F3A2-F999-9594-3A78-6F3F75B83E59}"/>
          </ac:spMkLst>
        </pc:spChg>
        <pc:picChg chg="add mod">
          <ac:chgData name="Sony.Harianto" userId="cc3d1ea9-c1c4-4613-9cdd-067399f80c05" providerId="ADAL" clId="{23F1D554-02A3-4386-89D0-41E3C4DC1BDD}" dt="2026-02-03T00:01:22.396" v="4747" actId="1076"/>
          <ac:picMkLst>
            <pc:docMk/>
            <pc:sldMk cId="2150274522" sldId="273"/>
            <ac:picMk id="1026" creationId="{C5FB3759-0260-2F84-D2CD-C225AD80E946}"/>
          </ac:picMkLst>
        </pc:picChg>
        <pc:picChg chg="add mod">
          <ac:chgData name="Sony.Harianto" userId="cc3d1ea9-c1c4-4613-9cdd-067399f80c05" providerId="ADAL" clId="{23F1D554-02A3-4386-89D0-41E3C4DC1BDD}" dt="2026-02-03T00:01:34.691" v="4750" actId="14100"/>
          <ac:picMkLst>
            <pc:docMk/>
            <pc:sldMk cId="2150274522" sldId="273"/>
            <ac:picMk id="1028" creationId="{954ECCCA-C1BA-D7A5-29A5-953379CEA745}"/>
          </ac:picMkLst>
        </pc:picChg>
        <pc:picChg chg="add mod">
          <ac:chgData name="Sony.Harianto" userId="cc3d1ea9-c1c4-4613-9cdd-067399f80c05" providerId="ADAL" clId="{23F1D554-02A3-4386-89D0-41E3C4DC1BDD}" dt="2026-02-03T00:01:32.194" v="4749" actId="1076"/>
          <ac:picMkLst>
            <pc:docMk/>
            <pc:sldMk cId="2150274522" sldId="273"/>
            <ac:picMk id="1030" creationId="{B5D346C2-F1BF-0050-7A82-21AD22044FD3}"/>
          </ac:picMkLst>
        </pc:picChg>
      </pc:sldChg>
      <pc:sldChg chg="addSp delSp modSp add mod">
        <pc:chgData name="Sony.Harianto" userId="cc3d1ea9-c1c4-4613-9cdd-067399f80c05" providerId="ADAL" clId="{23F1D554-02A3-4386-89D0-41E3C4DC1BDD}" dt="2026-02-03T00:12:23.330" v="4864" actId="14100"/>
        <pc:sldMkLst>
          <pc:docMk/>
          <pc:sldMk cId="91037015" sldId="274"/>
        </pc:sldMkLst>
        <pc:spChg chg="add mod">
          <ac:chgData name="Sony.Harianto" userId="cc3d1ea9-c1c4-4613-9cdd-067399f80c05" providerId="ADAL" clId="{23F1D554-02A3-4386-89D0-41E3C4DC1BDD}" dt="2026-02-03T00:12:23.330" v="4864" actId="14100"/>
          <ac:spMkLst>
            <pc:docMk/>
            <pc:sldMk cId="91037015" sldId="274"/>
            <ac:spMk id="3" creationId="{12136C88-D701-4BA3-1469-9CC837C42A54}"/>
          </ac:spMkLst>
        </pc:spChg>
        <pc:spChg chg="mod">
          <ac:chgData name="Sony.Harianto" userId="cc3d1ea9-c1c4-4613-9cdd-067399f80c05" providerId="ADAL" clId="{23F1D554-02A3-4386-89D0-41E3C4DC1BDD}" dt="2026-01-31T11:08:22.691" v="1771" actId="20577"/>
          <ac:spMkLst>
            <pc:docMk/>
            <pc:sldMk cId="91037015" sldId="274"/>
            <ac:spMk id="4" creationId="{C3E6797B-0FE3-BA30-DD71-8E23C4A853D6}"/>
          </ac:spMkLst>
        </pc:spChg>
        <pc:spChg chg="mod">
          <ac:chgData name="Sony.Harianto" userId="cc3d1ea9-c1c4-4613-9cdd-067399f80c05" providerId="ADAL" clId="{23F1D554-02A3-4386-89D0-41E3C4DC1BDD}" dt="2026-02-03T00:12:21.295" v="4863" actId="14100"/>
          <ac:spMkLst>
            <pc:docMk/>
            <pc:sldMk cId="91037015" sldId="274"/>
            <ac:spMk id="5" creationId="{72D0CB00-5950-1D07-334B-FA0FF61DE080}"/>
          </ac:spMkLst>
        </pc:spChg>
        <pc:spChg chg="add mod">
          <ac:chgData name="Sony.Harianto" userId="cc3d1ea9-c1c4-4613-9cdd-067399f80c05" providerId="ADAL" clId="{23F1D554-02A3-4386-89D0-41E3C4DC1BDD}" dt="2026-02-03T00:12:09.026" v="4861" actId="404"/>
          <ac:spMkLst>
            <pc:docMk/>
            <pc:sldMk cId="91037015" sldId="274"/>
            <ac:spMk id="6" creationId="{3D2A0E08-DA28-3A9D-6F42-12B5231C92D7}"/>
          </ac:spMkLst>
        </pc:spChg>
        <pc:picChg chg="add del">
          <ac:chgData name="Sony.Harianto" userId="cc3d1ea9-c1c4-4613-9cdd-067399f80c05" providerId="ADAL" clId="{23F1D554-02A3-4386-89D0-41E3C4DC1BDD}" dt="2026-02-02T23:52:38.368" v="4725" actId="478"/>
          <ac:picMkLst>
            <pc:docMk/>
            <pc:sldMk cId="91037015" sldId="274"/>
            <ac:picMk id="2050" creationId="{BA2791C4-987E-A815-33D6-4ABFBD4860E3}"/>
          </ac:picMkLst>
        </pc:picChg>
        <pc:picChg chg="add mod">
          <ac:chgData name="Sony.Harianto" userId="cc3d1ea9-c1c4-4613-9cdd-067399f80c05" providerId="ADAL" clId="{23F1D554-02A3-4386-89D0-41E3C4DC1BDD}" dt="2026-02-03T00:10:05.867" v="4833" actId="1076"/>
          <ac:picMkLst>
            <pc:docMk/>
            <pc:sldMk cId="91037015" sldId="274"/>
            <ac:picMk id="2052" creationId="{B48A1C29-9CBB-44D2-3DF3-00595556E952}"/>
          </ac:picMkLst>
        </pc:picChg>
        <pc:picChg chg="add mod">
          <ac:chgData name="Sony.Harianto" userId="cc3d1ea9-c1c4-4613-9cdd-067399f80c05" providerId="ADAL" clId="{23F1D554-02A3-4386-89D0-41E3C4DC1BDD}" dt="2026-02-03T00:10:15.644" v="4837" actId="14100"/>
          <ac:picMkLst>
            <pc:docMk/>
            <pc:sldMk cId="91037015" sldId="274"/>
            <ac:picMk id="6146" creationId="{48EA64D8-2CEC-720B-668D-2C30F9F838CB}"/>
          </ac:picMkLst>
        </pc:picChg>
        <pc:picChg chg="add mod">
          <ac:chgData name="Sony.Harianto" userId="cc3d1ea9-c1c4-4613-9cdd-067399f80c05" providerId="ADAL" clId="{23F1D554-02A3-4386-89D0-41E3C4DC1BDD}" dt="2026-02-03T00:10:11.038" v="4835" actId="1076"/>
          <ac:picMkLst>
            <pc:docMk/>
            <pc:sldMk cId="91037015" sldId="274"/>
            <ac:picMk id="6148" creationId="{42AAB2F3-EC52-6253-1BBD-97F1FAA9A26F}"/>
          </ac:picMkLst>
        </pc:picChg>
      </pc:sldChg>
      <pc:sldChg chg="addSp delSp modSp add mod">
        <pc:chgData name="Sony.Harianto" userId="cc3d1ea9-c1c4-4613-9cdd-067399f80c05" providerId="ADAL" clId="{23F1D554-02A3-4386-89D0-41E3C4DC1BDD}" dt="2026-02-03T00:27:28.383" v="4999" actId="20577"/>
        <pc:sldMkLst>
          <pc:docMk/>
          <pc:sldMk cId="1719246665" sldId="275"/>
        </pc:sldMkLst>
        <pc:spChg chg="add del mod">
          <ac:chgData name="Sony.Harianto" userId="cc3d1ea9-c1c4-4613-9cdd-067399f80c05" providerId="ADAL" clId="{23F1D554-02A3-4386-89D0-41E3C4DC1BDD}" dt="2026-02-03T00:19:35.307" v="4903"/>
          <ac:spMkLst>
            <pc:docMk/>
            <pc:sldMk cId="1719246665" sldId="275"/>
            <ac:spMk id="2" creationId="{27EE519B-313D-A5E5-9758-4A7B8AEB5B20}"/>
          </ac:spMkLst>
        </pc:spChg>
        <pc:spChg chg="add del mod">
          <ac:chgData name="Sony.Harianto" userId="cc3d1ea9-c1c4-4613-9cdd-067399f80c05" providerId="ADAL" clId="{23F1D554-02A3-4386-89D0-41E3C4DC1BDD}" dt="2026-02-03T00:19:07.987" v="4895" actId="478"/>
          <ac:spMkLst>
            <pc:docMk/>
            <pc:sldMk cId="1719246665" sldId="275"/>
            <ac:spMk id="3" creationId="{314C43A6-0688-1B17-152C-E510F5D1DFBE}"/>
          </ac:spMkLst>
        </pc:spChg>
        <pc:spChg chg="mod">
          <ac:chgData name="Sony.Harianto" userId="cc3d1ea9-c1c4-4613-9cdd-067399f80c05" providerId="ADAL" clId="{23F1D554-02A3-4386-89D0-41E3C4DC1BDD}" dt="2026-02-01T03:51:04.628" v="2340" actId="1076"/>
          <ac:spMkLst>
            <pc:docMk/>
            <pc:sldMk cId="1719246665" sldId="275"/>
            <ac:spMk id="4" creationId="{DCF49001-2C8B-2843-87B5-AB13775F8CBC}"/>
          </ac:spMkLst>
        </pc:spChg>
        <pc:spChg chg="mod">
          <ac:chgData name="Sony.Harianto" userId="cc3d1ea9-c1c4-4613-9cdd-067399f80c05" providerId="ADAL" clId="{23F1D554-02A3-4386-89D0-41E3C4DC1BDD}" dt="2026-02-03T00:26:58.278" v="4987" actId="1076"/>
          <ac:spMkLst>
            <pc:docMk/>
            <pc:sldMk cId="1719246665" sldId="275"/>
            <ac:spMk id="5" creationId="{96D474EF-7840-B8B7-EB5B-6E3F8ED2BB1D}"/>
          </ac:spMkLst>
        </pc:spChg>
        <pc:spChg chg="add mod">
          <ac:chgData name="Sony.Harianto" userId="cc3d1ea9-c1c4-4613-9cdd-067399f80c05" providerId="ADAL" clId="{23F1D554-02A3-4386-89D0-41E3C4DC1BDD}" dt="2026-02-03T00:27:28.383" v="4999" actId="20577"/>
          <ac:spMkLst>
            <pc:docMk/>
            <pc:sldMk cId="1719246665" sldId="275"/>
            <ac:spMk id="7" creationId="{1F6CAAB6-357A-016E-65A4-0A7730DAAD88}"/>
          </ac:spMkLst>
        </pc:spChg>
        <pc:spChg chg="add mod">
          <ac:chgData name="Sony.Harianto" userId="cc3d1ea9-c1c4-4613-9cdd-067399f80c05" providerId="ADAL" clId="{23F1D554-02A3-4386-89D0-41E3C4DC1BDD}" dt="2026-02-03T00:26:58.278" v="4987" actId="1076"/>
          <ac:spMkLst>
            <pc:docMk/>
            <pc:sldMk cId="1719246665" sldId="275"/>
            <ac:spMk id="8" creationId="{8D84570E-7169-3180-2DD1-0321B7A959DE}"/>
          </ac:spMkLst>
        </pc:spChg>
        <pc:picChg chg="add mod">
          <ac:chgData name="Sony.Harianto" userId="cc3d1ea9-c1c4-4613-9cdd-067399f80c05" providerId="ADAL" clId="{23F1D554-02A3-4386-89D0-41E3C4DC1BDD}" dt="2026-02-03T00:19:56.563" v="4910" actId="1076"/>
          <ac:picMkLst>
            <pc:docMk/>
            <pc:sldMk cId="1719246665" sldId="275"/>
            <ac:picMk id="3074" creationId="{02049DEF-E577-F00A-8EDF-0E8C32D051A1}"/>
          </ac:picMkLst>
        </pc:picChg>
        <pc:picChg chg="add mod">
          <ac:chgData name="Sony.Harianto" userId="cc3d1ea9-c1c4-4613-9cdd-067399f80c05" providerId="ADAL" clId="{23F1D554-02A3-4386-89D0-41E3C4DC1BDD}" dt="2026-02-03T00:19:52.550" v="4908" actId="14100"/>
          <ac:picMkLst>
            <pc:docMk/>
            <pc:sldMk cId="1719246665" sldId="275"/>
            <ac:picMk id="3076" creationId="{3BC4003D-3C13-F668-97B5-CBC1181323E8}"/>
          </ac:picMkLst>
        </pc:picChg>
        <pc:picChg chg="add mod">
          <ac:chgData name="Sony.Harianto" userId="cc3d1ea9-c1c4-4613-9cdd-067399f80c05" providerId="ADAL" clId="{23F1D554-02A3-4386-89D0-41E3C4DC1BDD}" dt="2026-02-03T00:19:49.085" v="4907" actId="14100"/>
          <ac:picMkLst>
            <pc:docMk/>
            <pc:sldMk cId="1719246665" sldId="275"/>
            <ac:picMk id="4098" creationId="{B4664F80-B46A-4BE9-B839-F10B145DA107}"/>
          </ac:picMkLst>
        </pc:picChg>
      </pc:sldChg>
      <pc:sldChg chg="addSp delSp modSp add mod setBg modNotesTx">
        <pc:chgData name="Sony.Harianto" userId="cc3d1ea9-c1c4-4613-9cdd-067399f80c05" providerId="ADAL" clId="{23F1D554-02A3-4386-89D0-41E3C4DC1BDD}" dt="2026-02-03T03:45:29.758" v="5101" actId="20577"/>
        <pc:sldMkLst>
          <pc:docMk/>
          <pc:sldMk cId="3258457208" sldId="276"/>
        </pc:sldMkLst>
        <pc:spChg chg="mod">
          <ac:chgData name="Sony.Harianto" userId="cc3d1ea9-c1c4-4613-9cdd-067399f80c05" providerId="ADAL" clId="{23F1D554-02A3-4386-89D0-41E3C4DC1BDD}" dt="2026-02-03T03:45:27.360" v="5098" actId="20577"/>
          <ac:spMkLst>
            <pc:docMk/>
            <pc:sldMk cId="3258457208" sldId="276"/>
            <ac:spMk id="4" creationId="{161B8EFF-4CEA-32B2-8D60-24E0BB3C3E72}"/>
          </ac:spMkLst>
        </pc:spChg>
        <pc:spChg chg="add mod">
          <ac:chgData name="Sony.Harianto" userId="cc3d1ea9-c1c4-4613-9cdd-067399f80c05" providerId="ADAL" clId="{23F1D554-02A3-4386-89D0-41E3C4DC1BDD}" dt="2026-02-01T00:32:56.971" v="2180" actId="1076"/>
          <ac:spMkLst>
            <pc:docMk/>
            <pc:sldMk cId="3258457208" sldId="276"/>
            <ac:spMk id="5" creationId="{F13B74BE-5D22-E955-D56D-B23C22D6CDDA}"/>
          </ac:spMkLst>
        </pc:spChg>
        <pc:spChg chg="add mod">
          <ac:chgData name="Sony.Harianto" userId="cc3d1ea9-c1c4-4613-9cdd-067399f80c05" providerId="ADAL" clId="{23F1D554-02A3-4386-89D0-41E3C4DC1BDD}" dt="2026-02-03T03:45:29.758" v="5101" actId="20577"/>
          <ac:spMkLst>
            <pc:docMk/>
            <pc:sldMk cId="3258457208" sldId="276"/>
            <ac:spMk id="6" creationId="{4FD2C2D7-41D7-8228-1FA1-74296A62E596}"/>
          </ac:spMkLst>
        </pc:spChg>
        <pc:graphicFrameChg chg="add mod modGraphic">
          <ac:chgData name="Sony.Harianto" userId="cc3d1ea9-c1c4-4613-9cdd-067399f80c05" providerId="ADAL" clId="{23F1D554-02A3-4386-89D0-41E3C4DC1BDD}" dt="2026-02-02T13:17:04.491" v="4422" actId="207"/>
          <ac:graphicFrameMkLst>
            <pc:docMk/>
            <pc:sldMk cId="3258457208" sldId="276"/>
            <ac:graphicFrameMk id="3" creationId="{40A5779C-B81E-B526-A8C5-41281B597A07}"/>
          </ac:graphicFrameMkLst>
        </pc:graphicFrameChg>
        <pc:picChg chg="add mod">
          <ac:chgData name="Sony.Harianto" userId="cc3d1ea9-c1c4-4613-9cdd-067399f80c05" providerId="ADAL" clId="{23F1D554-02A3-4386-89D0-41E3C4DC1BDD}" dt="2026-02-01T00:20:28.267" v="2041" actId="14100"/>
          <ac:picMkLst>
            <pc:docMk/>
            <pc:sldMk cId="3258457208" sldId="276"/>
            <ac:picMk id="2050" creationId="{A2007D92-7325-D3C4-D33E-F6BE4FF75A3D}"/>
          </ac:picMkLst>
        </pc:picChg>
      </pc:sldChg>
      <pc:sldChg chg="addSp delSp modSp add mod">
        <pc:chgData name="Sony.Harianto" userId="cc3d1ea9-c1c4-4613-9cdd-067399f80c05" providerId="ADAL" clId="{23F1D554-02A3-4386-89D0-41E3C4DC1BDD}" dt="2026-02-03T00:40:21.948" v="5058" actId="115"/>
        <pc:sldMkLst>
          <pc:docMk/>
          <pc:sldMk cId="766668122" sldId="277"/>
        </pc:sldMkLst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3" creationId="{13BECD81-2E50-CC2C-FF4C-BED2981F9B56}"/>
          </ac:spMkLst>
        </pc:spChg>
        <pc:spChg chg="mod">
          <ac:chgData name="Sony.Harianto" userId="cc3d1ea9-c1c4-4613-9cdd-067399f80c05" providerId="ADAL" clId="{23F1D554-02A3-4386-89D0-41E3C4DC1BDD}" dt="2026-01-31T11:13:33.960" v="1834" actId="20577"/>
          <ac:spMkLst>
            <pc:docMk/>
            <pc:sldMk cId="766668122" sldId="277"/>
            <ac:spMk id="4" creationId="{EAB522C0-A177-6BBE-01A2-F76B218EDD1F}"/>
          </ac:spMkLst>
        </pc:spChg>
        <pc:spChg chg="add del mod">
          <ac:chgData name="Sony.Harianto" userId="cc3d1ea9-c1c4-4613-9cdd-067399f80c05" providerId="ADAL" clId="{23F1D554-02A3-4386-89D0-41E3C4DC1BDD}" dt="2026-02-03T00:36:38.507" v="5004"/>
          <ac:spMkLst>
            <pc:docMk/>
            <pc:sldMk cId="766668122" sldId="277"/>
            <ac:spMk id="5" creationId="{1E53105D-FB16-D58D-D479-7675CFC5EE09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7" creationId="{101E6233-ACDC-4C29-46B6-5BE882A0F2C6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8" creationId="{99B2E8A7-8E6F-B015-4C4C-832CE5AA36B4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9" creationId="{99679D37-5F64-A8C6-D5F1-953D01A88A57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10" creationId="{C93331AF-214C-0AF2-AF46-45C53C60051A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12" creationId="{69D9014E-FC65-F52E-77AC-984B4080FE74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13" creationId="{CB8C9C41-CA02-9DBE-195D-3D98B8489B44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14" creationId="{1B1A5945-778C-6922-4BFE-07576EFCD756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15" creationId="{6E773E85-23C1-84C7-DAFF-D2FA4470F97D}"/>
          </ac:spMkLst>
        </pc:spChg>
        <pc:spChg chg="mod">
          <ac:chgData name="Sony.Harianto" userId="cc3d1ea9-c1c4-4613-9cdd-067399f80c05" providerId="ADAL" clId="{23F1D554-02A3-4386-89D0-41E3C4DC1BDD}" dt="2026-02-03T00:36:40.434" v="5005"/>
          <ac:spMkLst>
            <pc:docMk/>
            <pc:sldMk cId="766668122" sldId="277"/>
            <ac:spMk id="19" creationId="{B74C5B9E-9B72-1258-2D52-8C6E4C5039AE}"/>
          </ac:spMkLst>
        </pc:spChg>
        <pc:spChg chg="add del mod">
          <ac:chgData name="Sony.Harianto" userId="cc3d1ea9-c1c4-4613-9cdd-067399f80c05" providerId="ADAL" clId="{23F1D554-02A3-4386-89D0-41E3C4DC1BDD}" dt="2026-02-03T00:38:07.342" v="5018" actId="478"/>
          <ac:spMkLst>
            <pc:docMk/>
            <pc:sldMk cId="766668122" sldId="277"/>
            <ac:spMk id="35" creationId="{4A001FD7-00D5-CC90-4968-B0A7E51262BD}"/>
          </ac:spMkLst>
        </pc:spChg>
        <pc:spChg chg="add mod">
          <ac:chgData name="Sony.Harianto" userId="cc3d1ea9-c1c4-4613-9cdd-067399f80c05" providerId="ADAL" clId="{23F1D554-02A3-4386-89D0-41E3C4DC1BDD}" dt="2026-02-03T00:40:21.948" v="5058" actId="115"/>
          <ac:spMkLst>
            <pc:docMk/>
            <pc:sldMk cId="766668122" sldId="277"/>
            <ac:spMk id="37" creationId="{0743A564-5775-B9E9-3B60-4F11546F2099}"/>
          </ac:spMkLst>
        </pc:spChg>
        <pc:grpChg chg="del mod">
          <ac:chgData name="Sony.Harianto" userId="cc3d1ea9-c1c4-4613-9cdd-067399f80c05" providerId="ADAL" clId="{23F1D554-02A3-4386-89D0-41E3C4DC1BDD}" dt="2026-02-03T00:38:07.342" v="5018" actId="478"/>
          <ac:grpSpMkLst>
            <pc:docMk/>
            <pc:sldMk cId="766668122" sldId="277"/>
            <ac:grpSpMk id="2" creationId="{C4FE1840-0453-417C-9728-79E380469CDF}"/>
          </ac:grpSpMkLst>
        </pc:grpChg>
      </pc:sldChg>
      <pc:sldChg chg="addSp delSp modSp add mod modNotesTx">
        <pc:chgData name="Sony.Harianto" userId="cc3d1ea9-c1c4-4613-9cdd-067399f80c05" providerId="ADAL" clId="{23F1D554-02A3-4386-89D0-41E3C4DC1BDD}" dt="2026-02-03T00:41:49" v="5090" actId="20577"/>
        <pc:sldMkLst>
          <pc:docMk/>
          <pc:sldMk cId="179686057" sldId="278"/>
        </pc:sldMkLst>
        <pc:spChg chg="add del mod">
          <ac:chgData name="Sony.Harianto" userId="cc3d1ea9-c1c4-4613-9cdd-067399f80c05" providerId="ADAL" clId="{23F1D554-02A3-4386-89D0-41E3C4DC1BDD}" dt="2026-02-03T00:41:04.345" v="5071"/>
          <ac:spMkLst>
            <pc:docMk/>
            <pc:sldMk cId="179686057" sldId="278"/>
            <ac:spMk id="2" creationId="{10CCE9B4-DA93-C623-27BF-4FF09F7C8088}"/>
          </ac:spMkLst>
        </pc:spChg>
        <pc:spChg chg="mod">
          <ac:chgData name="Sony.Harianto" userId="cc3d1ea9-c1c4-4613-9cdd-067399f80c05" providerId="ADAL" clId="{23F1D554-02A3-4386-89D0-41E3C4DC1BDD}" dt="2026-01-31T11:13:43.567" v="1836"/>
          <ac:spMkLst>
            <pc:docMk/>
            <pc:sldMk cId="179686057" sldId="278"/>
            <ac:spMk id="4" creationId="{8155486B-F957-A4CB-1D90-54A5E265361B}"/>
          </ac:spMkLst>
        </pc:spChg>
        <pc:spChg chg="mod">
          <ac:chgData name="Sony.Harianto" userId="cc3d1ea9-c1c4-4613-9cdd-067399f80c05" providerId="ADAL" clId="{23F1D554-02A3-4386-89D0-41E3C4DC1BDD}" dt="2026-02-03T00:41:37.825" v="5086" actId="20577"/>
          <ac:spMkLst>
            <pc:docMk/>
            <pc:sldMk cId="179686057" sldId="278"/>
            <ac:spMk id="5" creationId="{FD094931-9E51-188D-715A-431F28C21838}"/>
          </ac:spMkLst>
        </pc:spChg>
      </pc:sldChg>
      <pc:sldChg chg="addSp delSp modSp add mod modNotesTx">
        <pc:chgData name="Sony.Harianto" userId="cc3d1ea9-c1c4-4613-9cdd-067399f80c05" providerId="ADAL" clId="{23F1D554-02A3-4386-89D0-41E3C4DC1BDD}" dt="2026-02-03T00:25:09.364" v="4986" actId="14100"/>
        <pc:sldMkLst>
          <pc:docMk/>
          <pc:sldMk cId="3626274321" sldId="279"/>
        </pc:sldMkLst>
        <pc:spChg chg="add del mod">
          <ac:chgData name="Sony.Harianto" userId="cc3d1ea9-c1c4-4613-9cdd-067399f80c05" providerId="ADAL" clId="{23F1D554-02A3-4386-89D0-41E3C4DC1BDD}" dt="2026-02-03T00:23:38.134" v="4962"/>
          <ac:spMkLst>
            <pc:docMk/>
            <pc:sldMk cId="3626274321" sldId="279"/>
            <ac:spMk id="2" creationId="{3D200309-20C5-8FD0-9AF6-24F3F692208F}"/>
          </ac:spMkLst>
        </pc:spChg>
        <pc:spChg chg="mod">
          <ac:chgData name="Sony.Harianto" userId="cc3d1ea9-c1c4-4613-9cdd-067399f80c05" providerId="ADAL" clId="{23F1D554-02A3-4386-89D0-41E3C4DC1BDD}" dt="2026-02-01T03:50:51.730" v="2337" actId="1076"/>
          <ac:spMkLst>
            <pc:docMk/>
            <pc:sldMk cId="3626274321" sldId="279"/>
            <ac:spMk id="4" creationId="{4F53983C-1393-4746-0E3B-71B936159EF4}"/>
          </ac:spMkLst>
        </pc:spChg>
        <pc:spChg chg="mod">
          <ac:chgData name="Sony.Harianto" userId="cc3d1ea9-c1c4-4613-9cdd-067399f80c05" providerId="ADAL" clId="{23F1D554-02A3-4386-89D0-41E3C4DC1BDD}" dt="2026-02-03T00:24:58.073" v="4984" actId="1076"/>
          <ac:spMkLst>
            <pc:docMk/>
            <pc:sldMk cId="3626274321" sldId="279"/>
            <ac:spMk id="5" creationId="{2EDAE957-5723-29D9-568A-AFEB72154517}"/>
          </ac:spMkLst>
        </pc:spChg>
        <pc:spChg chg="add mod">
          <ac:chgData name="Sony.Harianto" userId="cc3d1ea9-c1c4-4613-9cdd-067399f80c05" providerId="ADAL" clId="{23F1D554-02A3-4386-89D0-41E3C4DC1BDD}" dt="2026-02-03T00:25:00.986" v="4985" actId="1076"/>
          <ac:spMkLst>
            <pc:docMk/>
            <pc:sldMk cId="3626274321" sldId="279"/>
            <ac:spMk id="6" creationId="{D193E0A0-E1AB-A5A3-F887-F60C594D555A}"/>
          </ac:spMkLst>
        </pc:spChg>
        <pc:picChg chg="add del mod">
          <ac:chgData name="Sony.Harianto" userId="cc3d1ea9-c1c4-4613-9cdd-067399f80c05" providerId="ADAL" clId="{23F1D554-02A3-4386-89D0-41E3C4DC1BDD}" dt="2026-02-02T23:50:31.965" v="4706" actId="21"/>
          <ac:picMkLst>
            <pc:docMk/>
            <pc:sldMk cId="3626274321" sldId="279"/>
            <ac:picMk id="1026" creationId="{C5FB3759-0260-2F84-D2CD-C225AD80E946}"/>
          </ac:picMkLst>
        </pc:picChg>
        <pc:picChg chg="add mod">
          <ac:chgData name="Sony.Harianto" userId="cc3d1ea9-c1c4-4613-9cdd-067399f80c05" providerId="ADAL" clId="{23F1D554-02A3-4386-89D0-41E3C4DC1BDD}" dt="2026-02-03T00:25:09.364" v="4986" actId="14100"/>
          <ac:picMkLst>
            <pc:docMk/>
            <pc:sldMk cId="3626274321" sldId="279"/>
            <ac:picMk id="1028" creationId="{64DD13F9-0E95-302E-E3F4-933C0AFF670B}"/>
          </ac:picMkLst>
        </pc:picChg>
        <pc:picChg chg="add mod">
          <ac:chgData name="Sony.Harianto" userId="cc3d1ea9-c1c4-4613-9cdd-067399f80c05" providerId="ADAL" clId="{23F1D554-02A3-4386-89D0-41E3C4DC1BDD}" dt="2026-02-02T23:48:39.509" v="4701" actId="1076"/>
          <ac:picMkLst>
            <pc:docMk/>
            <pc:sldMk cId="3626274321" sldId="279"/>
            <ac:picMk id="5122" creationId="{2DD78FF4-E93E-4AB4-3141-1CB10C908F3C}"/>
          </ac:picMkLst>
        </pc:picChg>
        <pc:picChg chg="add mod">
          <ac:chgData name="Sony.Harianto" userId="cc3d1ea9-c1c4-4613-9cdd-067399f80c05" providerId="ADAL" clId="{23F1D554-02A3-4386-89D0-41E3C4DC1BDD}" dt="2026-02-02T23:48:17.395" v="4694" actId="1076"/>
          <ac:picMkLst>
            <pc:docMk/>
            <pc:sldMk cId="3626274321" sldId="279"/>
            <ac:picMk id="5124" creationId="{03B95B16-EB93-3476-ED23-B51257984CD2}"/>
          </ac:picMkLst>
        </pc:picChg>
      </pc:sldChg>
      <pc:sldChg chg="addSp delSp modSp add mod">
        <pc:chgData name="Sony.Harianto" userId="cc3d1ea9-c1c4-4613-9cdd-067399f80c05" providerId="ADAL" clId="{23F1D554-02A3-4386-89D0-41E3C4DC1BDD}" dt="2026-02-03T03:40:23.876" v="5093" actId="20577"/>
        <pc:sldMkLst>
          <pc:docMk/>
          <pc:sldMk cId="2261942076" sldId="280"/>
        </pc:sldMkLst>
        <pc:spChg chg="add mod">
          <ac:chgData name="Sony.Harianto" userId="cc3d1ea9-c1c4-4613-9cdd-067399f80c05" providerId="ADAL" clId="{23F1D554-02A3-4386-89D0-41E3C4DC1BDD}" dt="2026-02-02T22:38:50.975" v="4449" actId="255"/>
          <ac:spMkLst>
            <pc:docMk/>
            <pc:sldMk cId="2261942076" sldId="280"/>
            <ac:spMk id="5" creationId="{848FD5D4-78DC-0E90-5897-954AF6E81848}"/>
          </ac:spMkLst>
        </pc:spChg>
        <pc:spChg chg="del">
          <ac:chgData name="Sony.Harianto" userId="cc3d1ea9-c1c4-4613-9cdd-067399f80c05" providerId="ADAL" clId="{23F1D554-02A3-4386-89D0-41E3C4DC1BDD}" dt="2026-02-02T02:32:33.637" v="2915" actId="478"/>
          <ac:spMkLst>
            <pc:docMk/>
            <pc:sldMk cId="2261942076" sldId="280"/>
            <ac:spMk id="6" creationId="{9622B1DB-6372-462A-FB65-72C61B31F702}"/>
          </ac:spMkLst>
        </pc:spChg>
        <pc:spChg chg="del">
          <ac:chgData name="Sony.Harianto" userId="cc3d1ea9-c1c4-4613-9cdd-067399f80c05" providerId="ADAL" clId="{23F1D554-02A3-4386-89D0-41E3C4DC1BDD}" dt="2026-02-02T02:32:33.637" v="2915" actId="478"/>
          <ac:spMkLst>
            <pc:docMk/>
            <pc:sldMk cId="2261942076" sldId="280"/>
            <ac:spMk id="9" creationId="{0176151E-446F-81A7-4D33-E89FEB8D6039}"/>
          </ac:spMkLst>
        </pc:spChg>
        <pc:graphicFrameChg chg="add mod modGraphic">
          <ac:chgData name="Sony.Harianto" userId="cc3d1ea9-c1c4-4613-9cdd-067399f80c05" providerId="ADAL" clId="{23F1D554-02A3-4386-89D0-41E3C4DC1BDD}" dt="2026-02-03T03:40:23.876" v="5093" actId="20577"/>
          <ac:graphicFrameMkLst>
            <pc:docMk/>
            <pc:sldMk cId="2261942076" sldId="280"/>
            <ac:graphicFrameMk id="2" creationId="{272BB220-FC51-E078-6CA3-296BA3FF6200}"/>
          </ac:graphicFrameMkLst>
        </pc:graphicFrameChg>
      </pc:sldChg>
      <pc:sldChg chg="add del">
        <pc:chgData name="Sony.Harianto" userId="cc3d1ea9-c1c4-4613-9cdd-067399f80c05" providerId="ADAL" clId="{23F1D554-02A3-4386-89D0-41E3C4DC1BDD}" dt="2026-02-02T22:38:09.368" v="4442"/>
        <pc:sldMkLst>
          <pc:docMk/>
          <pc:sldMk cId="145409605" sldId="281"/>
        </pc:sldMkLst>
      </pc:sldChg>
      <pc:sldChg chg="add del">
        <pc:chgData name="Sony.Harianto" userId="cc3d1ea9-c1c4-4613-9cdd-067399f80c05" providerId="ADAL" clId="{23F1D554-02A3-4386-89D0-41E3C4DC1BDD}" dt="2026-02-02T22:38:03.562" v="4440"/>
        <pc:sldMkLst>
          <pc:docMk/>
          <pc:sldMk cId="849947742" sldId="281"/>
        </pc:sldMkLst>
      </pc:sldChg>
      <pc:sldMasterChg chg="addSp mod">
        <pc:chgData name="Sony.Harianto" userId="cc3d1ea9-c1c4-4613-9cdd-067399f80c05" providerId="ADAL" clId="{23F1D554-02A3-4386-89D0-41E3C4DC1BDD}" dt="2026-01-31T07:05:04.992" v="1" actId="33475"/>
        <pc:sldMasterMkLst>
          <pc:docMk/>
          <pc:sldMasterMk cId="1152524752" sldId="2147483648"/>
        </pc:sldMasterMkLst>
        <pc:spChg chg="add">
          <ac:chgData name="Sony.Harianto" userId="cc3d1ea9-c1c4-4613-9cdd-067399f80c05" providerId="ADAL" clId="{23F1D554-02A3-4386-89D0-41E3C4DC1BDD}" dt="2026-01-31T07:05:04.992" v="1" actId="33475"/>
          <ac:spMkLst>
            <pc:docMk/>
            <pc:sldMasterMk cId="1152524752" sldId="2147483648"/>
            <ac:spMk id="8" creationId="{F0BF4FAF-8A06-83EA-BD97-2CE12094C545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0C3CB-A45E-4D5A-9C47-6B80704570B1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DD894-610F-406D-BF3E-B9B56799F1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8576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>
                <a:latin typeface="Aptos Narrow" panose="020B0004020202020204" pitchFamily="34" charset="0"/>
              </a:rPr>
              <a:t>“Di </a:t>
            </a:r>
            <a:r>
              <a:rPr lang="en-ID" dirty="0" err="1">
                <a:latin typeface="Aptos Narrow" panose="020B0004020202020204" pitchFamily="34" charset="0"/>
              </a:rPr>
              <a:t>lingkungan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produksi</a:t>
            </a:r>
            <a:r>
              <a:rPr lang="en-ID" dirty="0">
                <a:latin typeface="Aptos Narrow" panose="020B0004020202020204" pitchFamily="34" charset="0"/>
              </a:rPr>
              <a:t>, </a:t>
            </a:r>
            <a:r>
              <a:rPr lang="en-ID" dirty="0" err="1">
                <a:latin typeface="Aptos Narrow" panose="020B0004020202020204" pitchFamily="34" charset="0"/>
              </a:rPr>
              <a:t>khususnya</a:t>
            </a:r>
            <a:r>
              <a:rPr lang="en-ID" dirty="0">
                <a:latin typeface="Aptos Narrow" panose="020B0004020202020204" pitchFamily="34" charset="0"/>
              </a:rPr>
              <a:t> computer vision, </a:t>
            </a:r>
            <a:r>
              <a:rPr lang="en-ID" dirty="0" err="1">
                <a:latin typeface="Aptos Narrow" panose="020B0004020202020204" pitchFamily="34" charset="0"/>
              </a:rPr>
              <a:t>kualitas</a:t>
            </a:r>
            <a:r>
              <a:rPr lang="en-ID" dirty="0">
                <a:latin typeface="Aptos Narrow" panose="020B0004020202020204" pitchFamily="34" charset="0"/>
              </a:rPr>
              <a:t> data sangat </a:t>
            </a:r>
            <a:r>
              <a:rPr lang="en-ID" dirty="0" err="1">
                <a:latin typeface="Aptos Narrow" panose="020B0004020202020204" pitchFamily="34" charset="0"/>
              </a:rPr>
              <a:t>dinamis</a:t>
            </a:r>
            <a:r>
              <a:rPr lang="en-ID" dirty="0">
                <a:latin typeface="Aptos Narrow" panose="020B0004020202020204" pitchFamily="34" charset="0"/>
              </a:rPr>
              <a:t>. </a:t>
            </a:r>
            <a:r>
              <a:rPr lang="en-ID" dirty="0" err="1">
                <a:latin typeface="Aptos Narrow" panose="020B0004020202020204" pitchFamily="34" charset="0"/>
              </a:rPr>
              <a:t>Perubahan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kecil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seperti</a:t>
            </a:r>
            <a:r>
              <a:rPr lang="en-ID" dirty="0">
                <a:latin typeface="Aptos Narrow" panose="020B0004020202020204" pitchFamily="34" charset="0"/>
              </a:rPr>
              <a:t> blur </a:t>
            </a:r>
            <a:r>
              <a:rPr lang="en-ID" dirty="0" err="1">
                <a:latin typeface="Aptos Narrow" panose="020B0004020202020204" pitchFamily="34" charset="0"/>
              </a:rPr>
              <a:t>atau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pencahayaan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bisa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mengubah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perilaku</a:t>
            </a:r>
            <a:r>
              <a:rPr lang="en-ID" dirty="0">
                <a:latin typeface="Aptos Narrow" panose="020B0004020202020204" pitchFamily="34" charset="0"/>
              </a:rPr>
              <a:t> model </a:t>
            </a:r>
            <a:r>
              <a:rPr lang="en-ID" dirty="0" err="1">
                <a:latin typeface="Aptos Narrow" panose="020B0004020202020204" pitchFamily="34" charset="0"/>
              </a:rPr>
              <a:t>tanpa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disadari</a:t>
            </a:r>
            <a:r>
              <a:rPr lang="en-ID" dirty="0">
                <a:latin typeface="Aptos Narrow" panose="020B0004020202020204" pitchFamily="34" charset="0"/>
              </a:rPr>
              <a:t>. </a:t>
            </a:r>
            <a:r>
              <a:rPr lang="en-ID" dirty="0" err="1">
                <a:latin typeface="Aptos Narrow" panose="020B0004020202020204" pitchFamily="34" charset="0"/>
              </a:rPr>
              <a:t>Namun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praktik</a:t>
            </a:r>
            <a:r>
              <a:rPr lang="en-ID" dirty="0">
                <a:latin typeface="Aptos Narrow" panose="020B0004020202020204" pitchFamily="34" charset="0"/>
              </a:rPr>
              <a:t> monitoring </a:t>
            </a:r>
            <a:r>
              <a:rPr lang="en-ID" dirty="0" err="1">
                <a:latin typeface="Aptos Narrow" panose="020B0004020202020204" pitchFamily="34" charset="0"/>
              </a:rPr>
              <a:t>saat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ini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masih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banyak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mengandalkan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satu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statistik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seperti</a:t>
            </a:r>
            <a:r>
              <a:rPr lang="en-ID" dirty="0">
                <a:latin typeface="Aptos Narrow" panose="020B0004020202020204" pitchFamily="34" charset="0"/>
              </a:rPr>
              <a:t> PSI, yang </a:t>
            </a:r>
            <a:r>
              <a:rPr lang="en-ID" dirty="0" err="1">
                <a:latin typeface="Aptos Narrow" panose="020B0004020202020204" pitchFamily="34" charset="0"/>
              </a:rPr>
              <a:t>sebenarnya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hanya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melihat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perubahan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distribusi</a:t>
            </a:r>
            <a:r>
              <a:rPr lang="en-ID" dirty="0">
                <a:latin typeface="Aptos Narrow" panose="020B0004020202020204" pitchFamily="34" charset="0"/>
              </a:rPr>
              <a:t> data.”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“</a:t>
            </a:r>
            <a:r>
              <a:rPr lang="en-ID" dirty="0" err="1"/>
              <a:t>Keempat</a:t>
            </a:r>
            <a:r>
              <a:rPr lang="en-ID" dirty="0"/>
              <a:t> </a:t>
            </a: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pada model, </a:t>
            </a:r>
            <a:r>
              <a:rPr lang="en-ID" dirty="0" err="1"/>
              <a:t>tetapi</a:t>
            </a:r>
            <a:r>
              <a:rPr lang="en-ID" dirty="0"/>
              <a:t> pada </a:t>
            </a:r>
            <a:r>
              <a:rPr lang="en-ID" dirty="0" err="1"/>
              <a:t>bagaimana</a:t>
            </a:r>
            <a:r>
              <a:rPr lang="en-ID" dirty="0"/>
              <a:t> model </a:t>
            </a:r>
            <a:r>
              <a:rPr lang="en-ID" dirty="0" err="1"/>
              <a:t>dijaga</a:t>
            </a:r>
            <a:r>
              <a:rPr lang="en-ID" dirty="0"/>
              <a:t> </a:t>
            </a:r>
            <a:r>
              <a:rPr lang="en-ID" dirty="0" err="1"/>
              <a:t>kesehatannya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.”</a:t>
            </a:r>
            <a:endParaRPr lang="en-ID" dirty="0">
              <a:latin typeface="Aptos Narrow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484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EEF7F-91F3-14FB-2ED1-3D6A74E7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C9A3F-B52F-A4DC-72DD-C2D9B3C11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03D89-6474-97FF-CB4C-DE4C9309A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</a:t>
            </a:r>
            <a:r>
              <a:rPr lang="en-ID" dirty="0" err="1"/>
              <a:t>Masalahnya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PSI </a:t>
            </a:r>
            <a:r>
              <a:rPr lang="en-ID" dirty="0" err="1"/>
              <a:t>itu</a:t>
            </a:r>
            <a:r>
              <a:rPr lang="en-ID" dirty="0"/>
              <a:t> salah, </a:t>
            </a:r>
            <a:r>
              <a:rPr lang="en-ID" dirty="0" err="1"/>
              <a:t>tapi</a:t>
            </a:r>
            <a:r>
              <a:rPr lang="en-ID" dirty="0"/>
              <a:t> PSI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parsial</a:t>
            </a:r>
            <a:r>
              <a:rPr lang="en-ID" dirty="0"/>
              <a:t>.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dimensi</a:t>
            </a:r>
            <a:r>
              <a:rPr lang="en-ID" dirty="0"/>
              <a:t>. </a:t>
            </a:r>
            <a:r>
              <a:rPr lang="en-ID" dirty="0" err="1"/>
              <a:t>Padahal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model di </a:t>
            </a:r>
            <a:r>
              <a:rPr lang="en-ID" dirty="0" err="1"/>
              <a:t>produksi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multidimensi</a:t>
            </a:r>
            <a:r>
              <a:rPr lang="en-ID" dirty="0"/>
              <a:t> — data </a:t>
            </a:r>
            <a:r>
              <a:rPr lang="en-ID" dirty="0" err="1"/>
              <a:t>berubah</a:t>
            </a:r>
            <a:r>
              <a:rPr lang="en-ID" dirty="0"/>
              <a:t>, confidence </a:t>
            </a:r>
            <a:r>
              <a:rPr lang="en-ID" dirty="0" err="1"/>
              <a:t>berubah</a:t>
            </a:r>
            <a:r>
              <a:rPr lang="en-ID" dirty="0"/>
              <a:t>, latency </a:t>
            </a:r>
            <a:r>
              <a:rPr lang="en-ID" dirty="0" err="1"/>
              <a:t>ikut</a:t>
            </a:r>
            <a:r>
              <a:rPr lang="en-ID" dirty="0"/>
              <a:t> naik. Di </a:t>
            </a:r>
            <a:r>
              <a:rPr lang="en-ID" dirty="0" err="1"/>
              <a:t>sinilah</a:t>
            </a:r>
            <a:r>
              <a:rPr lang="en-ID" dirty="0"/>
              <a:t> gap-</a:t>
            </a:r>
            <a:r>
              <a:rPr lang="en-ID" dirty="0" err="1"/>
              <a:t>nya</a:t>
            </a:r>
            <a:r>
              <a:rPr lang="en-ID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BF8D5-C6FC-C771-E397-D199C2206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552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B6F5-2E34-AD25-2E4B-DD7B5CEA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05260-6E78-1EE7-0ECA-21EC3B38B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76EEF-533D-684F-2C17-955B23F42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</a:t>
            </a:r>
            <a:r>
              <a:rPr lang="en-ID" dirty="0" err="1"/>
              <a:t>Kontribusi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membaca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model —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indikator</a:t>
            </a:r>
            <a:r>
              <a:rPr lang="en-ID" dirty="0"/>
              <a:t> </a:t>
            </a:r>
            <a:r>
              <a:rPr lang="en-ID" dirty="0" err="1"/>
              <a:t>parsial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skor</a:t>
            </a:r>
            <a:r>
              <a:rPr lang="en-ID" dirty="0"/>
              <a:t> </a:t>
            </a:r>
            <a:r>
              <a:rPr lang="en-ID" dirty="0" err="1"/>
              <a:t>komposit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representatif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di </a:t>
            </a:r>
            <a:r>
              <a:rPr lang="en-ID" dirty="0" err="1"/>
              <a:t>produksi</a:t>
            </a:r>
            <a:r>
              <a:rPr lang="en-ID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F7B70-6AD3-9A68-A26C-CB4D11DCA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924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5DB77-D3A7-F69C-3D56-F3A7A2DD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AEF45-DB76-207A-E937-C7C4D7293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A820F-2424-9795-7E45-780272335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data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seiring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, model yang </a:t>
            </a:r>
            <a:r>
              <a:rPr lang="en-ID" dirty="0" err="1"/>
              <a:t>sudah</a:t>
            </a:r>
            <a:r>
              <a:rPr lang="en-ID" dirty="0"/>
              <a:t> di-deploy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kehilangan</a:t>
            </a:r>
            <a:r>
              <a:rPr lang="en-ID" dirty="0"/>
              <a:t> </a:t>
            </a:r>
            <a:r>
              <a:rPr lang="en-ID" dirty="0" err="1"/>
              <a:t>akurasi</a:t>
            </a:r>
            <a:r>
              <a:rPr lang="en-ID" dirty="0"/>
              <a:t>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pada </a:t>
            </a:r>
            <a:r>
              <a:rPr lang="en-ID" dirty="0" err="1"/>
              <a:t>modelnya</a:t>
            </a:r>
            <a:r>
              <a:rPr lang="en-ID" dirty="0"/>
              <a:t>.</a:t>
            </a:r>
          </a:p>
          <a:p>
            <a:pPr marL="228600" indent="-228600">
              <a:buAutoNum type="arabicPeriod"/>
            </a:pPr>
            <a:r>
              <a:rPr lang="en-ID" dirty="0" err="1"/>
              <a:t>Indikator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confidence score dan 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model, </a:t>
            </a:r>
            <a:r>
              <a:rPr lang="en-ID" dirty="0" err="1"/>
              <a:t>bahkan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ground truth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tersedia</a:t>
            </a:r>
            <a:r>
              <a:rPr lang="en-ID" dirty="0"/>
              <a:t>.</a:t>
            </a:r>
          </a:p>
          <a:p>
            <a:pPr marL="228600" indent="-228600">
              <a:buAutoNum type="arabicPeriod"/>
            </a:pPr>
            <a:r>
              <a:rPr lang="en-ID" dirty="0"/>
              <a:t>Sebagian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menilai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individual,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menggabungkannya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indikator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model yang </a:t>
            </a:r>
            <a:r>
              <a:rPr lang="en-ID" dirty="0" err="1"/>
              <a:t>terpadu</a:t>
            </a:r>
            <a:r>
              <a:rPr lang="en-ID" dirty="0"/>
              <a:t>.</a:t>
            </a:r>
          </a:p>
          <a:p>
            <a:pPr marL="228600" indent="-228600">
              <a:buAutoNum type="arabicPeriod"/>
            </a:pP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terdahulu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menekankan</a:t>
            </a:r>
            <a:r>
              <a:rPr lang="en-ID" dirty="0"/>
              <a:t> </a:t>
            </a:r>
            <a:r>
              <a:rPr lang="en-ID" dirty="0" err="1"/>
              <a:t>perbandingan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deteksi</a:t>
            </a:r>
            <a:r>
              <a:rPr lang="en-ID" dirty="0"/>
              <a:t> drift,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mengaitkan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monitoring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intervensi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rollback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F9151-B1B2-76D5-0678-3F5783DDF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806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055E4-DD33-3FD1-EF30-0B58823C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C78EA-8B36-C081-E9E1-9E54230A7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54F77-C2E6-9D0C-EBF1-80FDD8FD8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0" dirty="0"/>
              <a:t>“</a:t>
            </a:r>
            <a:r>
              <a:rPr lang="en-ID" b="0" dirty="0" err="1"/>
              <a:t>Penelitian</a:t>
            </a:r>
            <a:r>
              <a:rPr lang="en-ID" b="0" dirty="0"/>
              <a:t> </a:t>
            </a:r>
            <a:r>
              <a:rPr lang="en-ID" b="0" dirty="0" err="1"/>
              <a:t>ini</a:t>
            </a:r>
            <a:r>
              <a:rPr lang="en-ID" b="0" dirty="0"/>
              <a:t> </a:t>
            </a:r>
            <a:r>
              <a:rPr lang="en-ID" b="0" dirty="0" err="1"/>
              <a:t>tidak</a:t>
            </a:r>
            <a:r>
              <a:rPr lang="en-ID" b="0" dirty="0"/>
              <a:t> </a:t>
            </a:r>
            <a:r>
              <a:rPr lang="en-ID" b="0" dirty="0" err="1"/>
              <a:t>mengusulkan</a:t>
            </a:r>
            <a:r>
              <a:rPr lang="en-ID" b="0" dirty="0"/>
              <a:t> </a:t>
            </a:r>
            <a:r>
              <a:rPr lang="en-ID" b="0" dirty="0" err="1"/>
              <a:t>metrik</a:t>
            </a:r>
            <a:r>
              <a:rPr lang="en-ID" b="0" dirty="0"/>
              <a:t> </a:t>
            </a:r>
            <a:r>
              <a:rPr lang="en-ID" b="0" dirty="0" err="1"/>
              <a:t>baru</a:t>
            </a:r>
            <a:r>
              <a:rPr lang="en-ID" b="0" dirty="0"/>
              <a:t>, </a:t>
            </a:r>
            <a:r>
              <a:rPr lang="en-ID" b="0" dirty="0" err="1"/>
              <a:t>tetapi</a:t>
            </a:r>
            <a:r>
              <a:rPr lang="en-ID" b="0" dirty="0"/>
              <a:t> </a:t>
            </a:r>
            <a:r>
              <a:rPr lang="en-ID" b="0" dirty="0" err="1"/>
              <a:t>mengusulkan</a:t>
            </a:r>
            <a:r>
              <a:rPr lang="en-ID" b="0" dirty="0"/>
              <a:t> </a:t>
            </a:r>
            <a:r>
              <a:rPr lang="en-ID" b="0" dirty="0" err="1"/>
              <a:t>cara</a:t>
            </a:r>
            <a:r>
              <a:rPr lang="en-ID" b="0" dirty="0"/>
              <a:t> </a:t>
            </a:r>
            <a:r>
              <a:rPr lang="en-ID" b="0" dirty="0" err="1"/>
              <a:t>mengintegrasikan</a:t>
            </a:r>
            <a:r>
              <a:rPr lang="en-ID" b="0" dirty="0"/>
              <a:t> </a:t>
            </a:r>
            <a:r>
              <a:rPr lang="en-ID" b="0" dirty="0" err="1"/>
              <a:t>berbagai</a:t>
            </a:r>
            <a:r>
              <a:rPr lang="en-ID" b="0" dirty="0"/>
              <a:t> </a:t>
            </a:r>
            <a:r>
              <a:rPr lang="en-ID" b="0" dirty="0" err="1"/>
              <a:t>sinyal</a:t>
            </a:r>
            <a:r>
              <a:rPr lang="en-ID" b="0" dirty="0"/>
              <a:t> monitoring </a:t>
            </a:r>
            <a:r>
              <a:rPr lang="en-ID" b="0" dirty="0" err="1"/>
              <a:t>menjadi</a:t>
            </a:r>
            <a:r>
              <a:rPr lang="en-ID" b="0" dirty="0"/>
              <a:t> </a:t>
            </a:r>
            <a:r>
              <a:rPr lang="en-ID" b="0" dirty="0" err="1"/>
              <a:t>satu</a:t>
            </a:r>
            <a:r>
              <a:rPr lang="en-ID" b="0" dirty="0"/>
              <a:t> </a:t>
            </a:r>
            <a:r>
              <a:rPr lang="en-ID" b="0" dirty="0" err="1"/>
              <a:t>indikator</a:t>
            </a:r>
            <a:r>
              <a:rPr lang="en-ID" b="0" dirty="0"/>
              <a:t> </a:t>
            </a:r>
            <a:r>
              <a:rPr lang="en-ID" b="0" dirty="0" err="1"/>
              <a:t>kesehatan</a:t>
            </a:r>
            <a:r>
              <a:rPr lang="en-ID" b="0" dirty="0"/>
              <a:t> model yang </a:t>
            </a:r>
            <a:r>
              <a:rPr lang="en-ID" b="0" dirty="0" err="1"/>
              <a:t>siap</a:t>
            </a:r>
            <a:r>
              <a:rPr lang="en-ID" b="0" dirty="0"/>
              <a:t> </a:t>
            </a:r>
            <a:r>
              <a:rPr lang="en-ID" b="0" dirty="0" err="1"/>
              <a:t>digunakan</a:t>
            </a:r>
            <a:r>
              <a:rPr lang="en-ID" b="0" dirty="0"/>
              <a:t> </a:t>
            </a:r>
            <a:r>
              <a:rPr lang="en-ID" b="0" dirty="0" err="1"/>
              <a:t>untuk</a:t>
            </a:r>
            <a:r>
              <a:rPr lang="en-ID" b="0" dirty="0"/>
              <a:t> </a:t>
            </a:r>
            <a:r>
              <a:rPr lang="en-ID" b="0" dirty="0" err="1"/>
              <a:t>keputusan</a:t>
            </a:r>
            <a:r>
              <a:rPr lang="en-ID" b="0" dirty="0"/>
              <a:t> </a:t>
            </a:r>
            <a:r>
              <a:rPr lang="en-ID" b="0" dirty="0" err="1"/>
              <a:t>operasional</a:t>
            </a:r>
            <a:r>
              <a:rPr lang="en-ID" b="0" dirty="0"/>
              <a:t>, yang </a:t>
            </a:r>
            <a:r>
              <a:rPr lang="en-ID" b="0" dirty="0" err="1"/>
              <a:t>belum</a:t>
            </a:r>
            <a:r>
              <a:rPr lang="en-ID" b="0" dirty="0"/>
              <a:t> </a:t>
            </a:r>
            <a:r>
              <a:rPr lang="en-ID" b="0" dirty="0" err="1"/>
              <a:t>dibahas</a:t>
            </a:r>
            <a:r>
              <a:rPr lang="en-ID" b="0" dirty="0"/>
              <a:t> </a:t>
            </a:r>
            <a:r>
              <a:rPr lang="en-ID" b="0" dirty="0" err="1"/>
              <a:t>secara</a:t>
            </a:r>
            <a:r>
              <a:rPr lang="en-ID" b="0" dirty="0"/>
              <a:t> </a:t>
            </a:r>
            <a:r>
              <a:rPr lang="en-ID" b="0" dirty="0" err="1"/>
              <a:t>eksplisit</a:t>
            </a:r>
            <a:r>
              <a:rPr lang="en-ID" b="0" dirty="0"/>
              <a:t> pada </a:t>
            </a:r>
            <a:r>
              <a:rPr lang="en-ID" b="0" dirty="0" err="1"/>
              <a:t>penelitian</a:t>
            </a:r>
            <a:r>
              <a:rPr lang="en-ID" b="0" dirty="0"/>
              <a:t> </a:t>
            </a:r>
            <a:r>
              <a:rPr lang="en-ID" b="0" dirty="0" err="1"/>
              <a:t>terdahulu</a:t>
            </a:r>
            <a:r>
              <a:rPr lang="en-ID" b="0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42743-DF89-B7B4-2573-BA3387F4A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178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952A-5592-0E52-0867-9972852A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8F7E1-7757-AD64-5613-1F1C362ED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4703254-F548-019C-F473-D081A13F2D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D" sz="1000" dirty="0"/>
                  <a:t>“</a:t>
                </a:r>
                <a:r>
                  <a:rPr lang="en-ID" sz="1000" dirty="0" err="1"/>
                  <a:t>Melalui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alur</a:t>
                </a:r>
                <a:r>
                  <a:rPr lang="en-ID" sz="1000" dirty="0"/>
                  <a:t> </a:t>
                </a:r>
                <a:r>
                  <a:rPr lang="en-ID" sz="1000" dirty="0" err="1"/>
                  <a:t>ini</a:t>
                </a:r>
                <a:r>
                  <a:rPr lang="en-ID" sz="1000" dirty="0"/>
                  <a:t>, monitoring model </a:t>
                </a:r>
                <a:r>
                  <a:rPr lang="en-ID" sz="1000" dirty="0" err="1"/>
                  <a:t>tidak</a:t>
                </a:r>
                <a:r>
                  <a:rPr lang="en-ID" sz="1000" dirty="0"/>
                  <a:t> </a:t>
                </a:r>
                <a:r>
                  <a:rPr lang="en-ID" sz="1000" dirty="0" err="1"/>
                  <a:t>lagi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berhenti</a:t>
                </a:r>
                <a:r>
                  <a:rPr lang="en-ID" sz="1000" dirty="0"/>
                  <a:t> pada </a:t>
                </a:r>
                <a:r>
                  <a:rPr lang="en-ID" sz="1000" dirty="0" err="1"/>
                  <a:t>deteksi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metrik</a:t>
                </a:r>
                <a:r>
                  <a:rPr lang="en-ID" sz="1000" dirty="0"/>
                  <a:t> individual, </a:t>
                </a:r>
                <a:r>
                  <a:rPr lang="en-ID" sz="1000" dirty="0" err="1"/>
                  <a:t>tetapi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menghasilkan</a:t>
                </a:r>
                <a:r>
                  <a:rPr lang="en-ID" sz="1000" dirty="0"/>
                  <a:t> status </a:t>
                </a:r>
                <a:r>
                  <a:rPr lang="en-ID" sz="1000" dirty="0" err="1"/>
                  <a:t>kesehatan</a:t>
                </a:r>
                <a:r>
                  <a:rPr lang="en-ID" sz="1000" dirty="0"/>
                  <a:t> model yang </a:t>
                </a:r>
                <a:r>
                  <a:rPr lang="en-ID" sz="1000" dirty="0" err="1"/>
                  <a:t>dapat</a:t>
                </a:r>
                <a:r>
                  <a:rPr lang="en-ID" sz="1000" dirty="0"/>
                  <a:t> </a:t>
                </a:r>
                <a:r>
                  <a:rPr lang="en-ID" sz="1000" dirty="0" err="1"/>
                  <a:t>digunakan</a:t>
                </a:r>
                <a:r>
                  <a:rPr lang="en-ID" sz="1000" dirty="0"/>
                  <a:t> </a:t>
                </a:r>
                <a:r>
                  <a:rPr lang="en-ID" sz="1000" dirty="0" err="1"/>
                  <a:t>langsung</a:t>
                </a:r>
                <a:r>
                  <a:rPr lang="en-ID" sz="1000" dirty="0"/>
                  <a:t> </a:t>
                </a:r>
                <a:r>
                  <a:rPr lang="en-ID" sz="1000" dirty="0" err="1"/>
                  <a:t>untuk</a:t>
                </a:r>
                <a:r>
                  <a:rPr lang="en-ID" sz="1000" dirty="0"/>
                  <a:t> </a:t>
                </a:r>
                <a:r>
                  <a:rPr lang="en-ID" sz="1000" dirty="0" err="1"/>
                  <a:t>pengambilan</a:t>
                </a:r>
                <a:r>
                  <a:rPr lang="en-ID" sz="1000" dirty="0"/>
                  <a:t> </a:t>
                </a:r>
                <a:r>
                  <a:rPr lang="en-ID" sz="1000" dirty="0" err="1"/>
                  <a:t>keputusan</a:t>
                </a:r>
                <a:r>
                  <a:rPr lang="en-ID" sz="1000" dirty="0"/>
                  <a:t> </a:t>
                </a:r>
                <a:r>
                  <a:rPr lang="en-ID" sz="1000" dirty="0" err="1"/>
                  <a:t>operasional</a:t>
                </a:r>
                <a:r>
                  <a:rPr lang="en-ID" sz="1000" dirty="0"/>
                  <a:t>.”</a:t>
                </a:r>
                <a:br>
                  <a:rPr lang="en-ID" sz="1000" dirty="0"/>
                </a:br>
                <a:br>
                  <a:rPr lang="en-ID" sz="1000" dirty="0"/>
                </a:br>
                <a:r>
                  <a:rPr lang="en-ID" sz="1000" dirty="0" err="1"/>
                  <a:t>Objective_Function</a:t>
                </a:r>
                <a:r>
                  <a:rPr lang="en-ID" sz="1000" dirty="0"/>
                  <a:t> </a:t>
                </a:r>
                <a:r>
                  <a:rPr lang="en-ID" sz="1000" dirty="0">
                    <a:sym typeface="Wingdings" panose="05000000000000000000" pitchFamily="2" charset="2"/>
                  </a:rPr>
                  <a:t> </a:t>
                </a:r>
                <a:r>
                  <a:rPr lang="en-ID" sz="1000" b="0" dirty="0" err="1"/>
                  <a:t>Pendekatan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ini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digunakan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sebagai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analisis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sensitivitas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bobot</a:t>
                </a:r>
                <a:r>
                  <a:rPr lang="en-ID" sz="1000" b="0" dirty="0"/>
                  <a:t>, </a:t>
                </a:r>
                <a:r>
                  <a:rPr lang="en-ID" sz="1000" b="0" dirty="0" err="1"/>
                  <a:t>bukan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sebagai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mekanisme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utama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penentuan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bobot</a:t>
                </a:r>
                <a:r>
                  <a:rPr lang="en-ID" sz="1000" b="0" dirty="0"/>
                  <a:t>, yang </a:t>
                </a:r>
                <a:r>
                  <a:rPr lang="en-ID" sz="1000" b="0" dirty="0" err="1"/>
                  <a:t>tetap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berbasis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kebijakan</a:t>
                </a:r>
                <a:r>
                  <a:rPr lang="en-ID" sz="1000" b="0" dirty="0"/>
                  <a:t> (policy-based weighting)</a:t>
                </a:r>
                <a:br>
                  <a:rPr lang="en-ID" sz="1000" b="0" dirty="0"/>
                </a:br>
                <a:r>
                  <a:rPr lang="en-ID" sz="1000" dirty="0"/>
                  <a:t>Random Search </a:t>
                </a:r>
                <a:r>
                  <a:rPr lang="en-ID" sz="1000" dirty="0" err="1"/>
                  <a:t>mencari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kombinasi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bobot</a:t>
                </a:r>
                <a:r>
                  <a:rPr lang="en-ID" sz="1000" dirty="0"/>
                  <a:t> </a:t>
                </a:r>
                <a:r>
                  <a:rPr lang="en-ID" sz="1000" dirty="0" err="1"/>
                  <a:t>metrik</a:t>
                </a:r>
                <a:r>
                  <a:rPr lang="en-ID" sz="1000" dirty="0"/>
                  <a:t> yang </a:t>
                </a:r>
                <a:r>
                  <a:rPr lang="en-ID" sz="1000" b="1" dirty="0" err="1"/>
                  <a:t>memaksimalkan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jarak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skor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kesehatan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antara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kondisi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sehat</a:t>
                </a:r>
                <a:r>
                  <a:rPr lang="en-ID" sz="1000" b="1" dirty="0"/>
                  <a:t> (Baseline) dan </a:t>
                </a:r>
                <a:r>
                  <a:rPr lang="en-ID" sz="1000" b="1" dirty="0" err="1"/>
                  <a:t>kondisi</a:t>
                </a:r>
                <a:r>
                  <a:rPr lang="en-ID" sz="1000" b="1" dirty="0"/>
                  <a:t> paling </a:t>
                </a:r>
                <a:r>
                  <a:rPr lang="en-ID" sz="1000" b="1" dirty="0" err="1"/>
                  <a:t>kritis</a:t>
                </a:r>
                <a:r>
                  <a:rPr lang="en-ID" sz="1000" b="1" dirty="0"/>
                  <a:t> (Gaussian Noise)</a:t>
                </a:r>
                <a:r>
                  <a:rPr lang="en-ID" sz="1000" dirty="0"/>
                  <a:t>.</a:t>
                </a:r>
              </a:p>
              <a:p>
                <a:r>
                  <a:rPr lang="en-ID" sz="1000" dirty="0"/>
                  <a:t>Objective Function:</a:t>
                </a:r>
                <a:br>
                  <a:rPr lang="en-ID" sz="1000" dirty="0"/>
                </a:br>
                <a:r>
                  <a:rPr lang="en-ID" sz="1000" b="1" dirty="0"/>
                  <a:t>maximize</a:t>
                </a:r>
                <a:r>
                  <a:rPr lang="en-ID" sz="1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𝑝𝑟𝑜𝑑</m:t>
                        </m:r>
                      </m:sub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𝐵𝑎𝑠𝑒𝑙𝑖𝑛𝑒</m:t>
                        </m:r>
                      </m:sup>
                    </m:sSubSup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𝑝𝑟𝑜𝑑</m:t>
                        </m:r>
                      </m:sub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𝑊𝑜𝑟𝑠𝑡𝐶𝑎𝑠𝑒</m:t>
                        </m:r>
                      </m:sup>
                    </m:sSubSup>
                  </m:oMath>
                </a14:m>
                <a:br>
                  <a:rPr lang="ar-AE" sz="1000" dirty="0"/>
                </a:br>
                <a:r>
                  <a:rPr lang="en-ID" sz="1000" dirty="0"/>
                  <a:t>using randomly sampled and normalized metric weights.</a:t>
                </a:r>
                <a:endParaRPr lang="en-ID" sz="1000" b="0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4703254-F548-019C-F473-D081A13F2D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D" sz="1000" dirty="0"/>
                  <a:t>“</a:t>
                </a:r>
                <a:r>
                  <a:rPr lang="en-ID" sz="1000" dirty="0" err="1"/>
                  <a:t>Melalui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alur</a:t>
                </a:r>
                <a:r>
                  <a:rPr lang="en-ID" sz="1000" dirty="0"/>
                  <a:t> </a:t>
                </a:r>
                <a:r>
                  <a:rPr lang="en-ID" sz="1000" dirty="0" err="1"/>
                  <a:t>ini</a:t>
                </a:r>
                <a:r>
                  <a:rPr lang="en-ID" sz="1000" dirty="0"/>
                  <a:t>, monitoring model </a:t>
                </a:r>
                <a:r>
                  <a:rPr lang="en-ID" sz="1000" dirty="0" err="1"/>
                  <a:t>tidak</a:t>
                </a:r>
                <a:r>
                  <a:rPr lang="en-ID" sz="1000" dirty="0"/>
                  <a:t> </a:t>
                </a:r>
                <a:r>
                  <a:rPr lang="en-ID" sz="1000" dirty="0" err="1"/>
                  <a:t>lagi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berhenti</a:t>
                </a:r>
                <a:r>
                  <a:rPr lang="en-ID" sz="1000" dirty="0"/>
                  <a:t> pada </a:t>
                </a:r>
                <a:r>
                  <a:rPr lang="en-ID" sz="1000" dirty="0" err="1"/>
                  <a:t>deteksi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metrik</a:t>
                </a:r>
                <a:r>
                  <a:rPr lang="en-ID" sz="1000" dirty="0"/>
                  <a:t> individual, </a:t>
                </a:r>
                <a:r>
                  <a:rPr lang="en-ID" sz="1000" dirty="0" err="1"/>
                  <a:t>tetapi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menghasilkan</a:t>
                </a:r>
                <a:r>
                  <a:rPr lang="en-ID" sz="1000" dirty="0"/>
                  <a:t> status </a:t>
                </a:r>
                <a:r>
                  <a:rPr lang="en-ID" sz="1000" dirty="0" err="1"/>
                  <a:t>kesehatan</a:t>
                </a:r>
                <a:r>
                  <a:rPr lang="en-ID" sz="1000" dirty="0"/>
                  <a:t> model yang </a:t>
                </a:r>
                <a:r>
                  <a:rPr lang="en-ID" sz="1000" dirty="0" err="1"/>
                  <a:t>dapat</a:t>
                </a:r>
                <a:r>
                  <a:rPr lang="en-ID" sz="1000" dirty="0"/>
                  <a:t> </a:t>
                </a:r>
                <a:r>
                  <a:rPr lang="en-ID" sz="1000" dirty="0" err="1"/>
                  <a:t>digunakan</a:t>
                </a:r>
                <a:r>
                  <a:rPr lang="en-ID" sz="1000" dirty="0"/>
                  <a:t> </a:t>
                </a:r>
                <a:r>
                  <a:rPr lang="en-ID" sz="1000" dirty="0" err="1"/>
                  <a:t>langsung</a:t>
                </a:r>
                <a:r>
                  <a:rPr lang="en-ID" sz="1000" dirty="0"/>
                  <a:t> </a:t>
                </a:r>
                <a:r>
                  <a:rPr lang="en-ID" sz="1000" dirty="0" err="1"/>
                  <a:t>untuk</a:t>
                </a:r>
                <a:r>
                  <a:rPr lang="en-ID" sz="1000" dirty="0"/>
                  <a:t> </a:t>
                </a:r>
                <a:r>
                  <a:rPr lang="en-ID" sz="1000" dirty="0" err="1"/>
                  <a:t>pengambilan</a:t>
                </a:r>
                <a:r>
                  <a:rPr lang="en-ID" sz="1000" dirty="0"/>
                  <a:t> </a:t>
                </a:r>
                <a:r>
                  <a:rPr lang="en-ID" sz="1000" dirty="0" err="1"/>
                  <a:t>keputusan</a:t>
                </a:r>
                <a:r>
                  <a:rPr lang="en-ID" sz="1000" dirty="0"/>
                  <a:t> </a:t>
                </a:r>
                <a:r>
                  <a:rPr lang="en-ID" sz="1000" dirty="0" err="1"/>
                  <a:t>operasional</a:t>
                </a:r>
                <a:r>
                  <a:rPr lang="en-ID" sz="1000" dirty="0"/>
                  <a:t>.”</a:t>
                </a:r>
                <a:br>
                  <a:rPr lang="en-ID" sz="1000" dirty="0"/>
                </a:br>
                <a:br>
                  <a:rPr lang="en-ID" sz="1000" dirty="0"/>
                </a:br>
                <a:r>
                  <a:rPr lang="en-ID" sz="1000" dirty="0" err="1"/>
                  <a:t>Objective_Function</a:t>
                </a:r>
                <a:r>
                  <a:rPr lang="en-ID" sz="1000" dirty="0"/>
                  <a:t> </a:t>
                </a:r>
                <a:r>
                  <a:rPr lang="en-ID" sz="1000" dirty="0">
                    <a:sym typeface="Wingdings" panose="05000000000000000000" pitchFamily="2" charset="2"/>
                  </a:rPr>
                  <a:t> </a:t>
                </a:r>
                <a:r>
                  <a:rPr lang="en-ID" sz="1000" b="0" dirty="0" err="1"/>
                  <a:t>Pendekatan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ini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digunakan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sebagai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analisis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sensitivitas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bobot</a:t>
                </a:r>
                <a:r>
                  <a:rPr lang="en-ID" sz="1000" b="0" dirty="0"/>
                  <a:t>, </a:t>
                </a:r>
                <a:r>
                  <a:rPr lang="en-ID" sz="1000" b="0" dirty="0" err="1"/>
                  <a:t>bukan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sebagai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mekanisme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utama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penentuan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bobot</a:t>
                </a:r>
                <a:r>
                  <a:rPr lang="en-ID" sz="1000" b="0" dirty="0"/>
                  <a:t>, yang </a:t>
                </a:r>
                <a:r>
                  <a:rPr lang="en-ID" sz="1000" b="0" dirty="0" err="1"/>
                  <a:t>tetap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berbasis</a:t>
                </a:r>
                <a:r>
                  <a:rPr lang="en-ID" sz="1000" b="0" dirty="0"/>
                  <a:t> </a:t>
                </a:r>
                <a:r>
                  <a:rPr lang="en-ID" sz="1000" b="0" dirty="0" err="1"/>
                  <a:t>kebijakan</a:t>
                </a:r>
                <a:r>
                  <a:rPr lang="en-ID" sz="1000" b="0" dirty="0"/>
                  <a:t> (policy-based weighting)</a:t>
                </a:r>
                <a:br>
                  <a:rPr lang="en-ID" sz="1000" b="0" dirty="0"/>
                </a:br>
                <a:r>
                  <a:rPr lang="en-ID" sz="1000" dirty="0"/>
                  <a:t>Random Search </a:t>
                </a:r>
                <a:r>
                  <a:rPr lang="en-ID" sz="1000" dirty="0" err="1"/>
                  <a:t>mencari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kombinasi</a:t>
                </a:r>
                <a:r>
                  <a:rPr lang="en-ID" sz="1000" dirty="0"/>
                  <a:t> </a:t>
                </a:r>
                <a:r>
                  <a:rPr lang="en-ID" sz="1000" dirty="0" err="1"/>
                  <a:t>bobot</a:t>
                </a:r>
                <a:r>
                  <a:rPr lang="en-ID" sz="1000" dirty="0"/>
                  <a:t> </a:t>
                </a:r>
                <a:r>
                  <a:rPr lang="en-ID" sz="1000" dirty="0" err="1"/>
                  <a:t>metrik</a:t>
                </a:r>
                <a:r>
                  <a:rPr lang="en-ID" sz="1000" dirty="0"/>
                  <a:t> yang </a:t>
                </a:r>
                <a:r>
                  <a:rPr lang="en-ID" sz="1000" b="1" dirty="0" err="1"/>
                  <a:t>memaksimalkan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jarak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skor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kesehatan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antara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kondisi</a:t>
                </a:r>
                <a:r>
                  <a:rPr lang="en-ID" sz="1000" b="1" dirty="0"/>
                  <a:t> </a:t>
                </a:r>
                <a:r>
                  <a:rPr lang="en-ID" sz="1000" b="1" dirty="0" err="1"/>
                  <a:t>sehat</a:t>
                </a:r>
                <a:r>
                  <a:rPr lang="en-ID" sz="1000" b="1" dirty="0"/>
                  <a:t> (Baseline) dan </a:t>
                </a:r>
                <a:r>
                  <a:rPr lang="en-ID" sz="1000" b="1" dirty="0" err="1"/>
                  <a:t>kondisi</a:t>
                </a:r>
                <a:r>
                  <a:rPr lang="en-ID" sz="1000" b="1" dirty="0"/>
                  <a:t> paling </a:t>
                </a:r>
                <a:r>
                  <a:rPr lang="en-ID" sz="1000" b="1" dirty="0" err="1"/>
                  <a:t>kritis</a:t>
                </a:r>
                <a:r>
                  <a:rPr lang="en-ID" sz="1000" b="1" dirty="0"/>
                  <a:t> (Gaussian Noise)</a:t>
                </a:r>
                <a:r>
                  <a:rPr lang="en-ID" sz="1000" dirty="0"/>
                  <a:t>.</a:t>
                </a:r>
              </a:p>
              <a:p>
                <a:r>
                  <a:rPr lang="en-ID" sz="1000" dirty="0"/>
                  <a:t>Objective Function:</a:t>
                </a:r>
                <a:br>
                  <a:rPr lang="en-ID" sz="1000" dirty="0"/>
                </a:br>
                <a:r>
                  <a:rPr lang="en-ID" sz="1000" b="1" dirty="0"/>
                  <a:t>maximize</a:t>
                </a:r>
                <a:r>
                  <a:rPr lang="en-ID" sz="1000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𝐷_𝑝𝑟𝑜𝑑^𝐵𝑎𝑠𝑒𝑙𝑖𝑛𝑒−𝐷_𝑝𝑟𝑜𝑑^𝑊𝑜𝑟𝑠𝑡𝐶𝑎𝑠𝑒</a:t>
                </a:r>
                <a:br>
                  <a:rPr lang="ar-AE" sz="1000" dirty="0"/>
                </a:br>
                <a:r>
                  <a:rPr lang="en-ID" sz="1000" dirty="0"/>
                  <a:t>using randomly sampled and normalized metric weights.</a:t>
                </a:r>
                <a:endParaRPr lang="en-ID" sz="1000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3842D-01FF-0C26-5085-E30425395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9617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E7CA-575B-16B3-9D25-B1157FA1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A5589-D920-1981-13D8-EC560CE42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9CF11-D456-0F9D-5C57-311F7F23B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mendefinisikan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model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fenomena</a:t>
            </a:r>
            <a:r>
              <a:rPr lang="en-ID" dirty="0"/>
              <a:t> multi-</a:t>
            </a:r>
            <a:r>
              <a:rPr lang="en-ID" dirty="0" err="1"/>
              <a:t>kriteria</a:t>
            </a:r>
            <a:r>
              <a:rPr lang="en-ID" dirty="0"/>
              <a:t>,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menggeser</a:t>
            </a:r>
            <a:r>
              <a:rPr lang="en-ID" dirty="0"/>
              <a:t> </a:t>
            </a:r>
            <a:r>
              <a:rPr lang="en-ID" dirty="0" err="1"/>
              <a:t>paradigma</a:t>
            </a:r>
            <a:r>
              <a:rPr lang="en-ID" dirty="0"/>
              <a:t> monitoring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sekadar</a:t>
            </a:r>
            <a:r>
              <a:rPr lang="en-ID" dirty="0"/>
              <a:t> </a:t>
            </a:r>
            <a:r>
              <a:rPr lang="en-ID" dirty="0" err="1"/>
              <a:t>deteksi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individual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model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holistik</a:t>
            </a:r>
            <a:r>
              <a:rPr lang="en-ID" dirty="0"/>
              <a:t>.”</a:t>
            </a:r>
            <a:endParaRPr lang="en-ID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C35BE-5D07-0CC7-6690-0E9D1E18E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7103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1733-290C-E33F-98BF-733F588A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4B59A-579D-64C9-31DD-2EB4027A2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97233-CC0F-6715-58F2-A56EFB70D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</a:t>
            </a:r>
            <a:r>
              <a:rPr lang="en-ID" dirty="0" err="1"/>
              <a:t>Hipotesis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dirumuskan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definisi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model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fenomena</a:t>
            </a:r>
            <a:r>
              <a:rPr lang="en-ID" dirty="0"/>
              <a:t> multi-</a:t>
            </a:r>
            <a:r>
              <a:rPr lang="en-ID" dirty="0" err="1"/>
              <a:t>kriteria</a:t>
            </a:r>
            <a:r>
              <a:rPr lang="en-ID" dirty="0"/>
              <a:t>. 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menguji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dideteksi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juga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 monitoring yang </a:t>
            </a:r>
            <a:r>
              <a:rPr lang="en-ID" dirty="0" err="1"/>
              <a:t>dihasilkan</a:t>
            </a:r>
            <a:r>
              <a:rPr lang="en-ID" dirty="0"/>
              <a:t>.”</a:t>
            </a:r>
          </a:p>
          <a:p>
            <a:r>
              <a:rPr lang="en-ID" dirty="0"/>
              <a:t>“</a:t>
            </a:r>
            <a:r>
              <a:rPr lang="en-ID" dirty="0" err="1"/>
              <a:t>Hipotesis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menguji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sensitivitas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seberapa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</a:t>
            </a:r>
            <a:r>
              <a:rPr lang="en-ID" dirty="0" err="1"/>
              <a:t>terdeteksi</a:t>
            </a:r>
            <a:r>
              <a:rPr lang="en-ID" dirty="0"/>
              <a:t>. </a:t>
            </a:r>
            <a:r>
              <a:rPr lang="en-ID" dirty="0" err="1"/>
              <a:t>Hipotesis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menguji</a:t>
            </a:r>
            <a:r>
              <a:rPr lang="en-ID" dirty="0"/>
              <a:t> </a:t>
            </a:r>
            <a:r>
              <a:rPr lang="en-ID" dirty="0" err="1"/>
              <a:t>stabilitas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 monitoring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fluktuasi</a:t>
            </a:r>
            <a:r>
              <a:rPr lang="en-ID" dirty="0"/>
              <a:t> data. </a:t>
            </a:r>
            <a:r>
              <a:rPr lang="en-ID" dirty="0" err="1"/>
              <a:t>Hipotesis</a:t>
            </a:r>
            <a:r>
              <a:rPr lang="en-ID" dirty="0"/>
              <a:t>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menguji</a:t>
            </a:r>
            <a:r>
              <a:rPr lang="en-ID" dirty="0"/>
              <a:t> </a:t>
            </a:r>
            <a:r>
              <a:rPr lang="en-ID" dirty="0" err="1"/>
              <a:t>relevansi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monitoring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0C5A3-B3F9-03A1-5BF2-7E5294B42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514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8E354-5520-D94D-A3AD-7403C739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3A53C-D0D9-3FB1-9DF2-ECEDF3773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A2E7E-23CC-3CF2-F84D-3F7F37BB6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“Model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CNN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MobileNetV3. </a:t>
            </a:r>
            <a:r>
              <a:rPr lang="en-ID" dirty="0" err="1"/>
              <a:t>Pemilihan</a:t>
            </a:r>
            <a:r>
              <a:rPr lang="en-ID" dirty="0"/>
              <a:t> MobileNetV3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mengejar</a:t>
            </a:r>
            <a:r>
              <a:rPr lang="en-ID" dirty="0"/>
              <a:t> </a:t>
            </a:r>
            <a:r>
              <a:rPr lang="en-ID" dirty="0" err="1"/>
              <a:t>akurasi</a:t>
            </a:r>
            <a:r>
              <a:rPr lang="en-ID" dirty="0"/>
              <a:t> </a:t>
            </a:r>
            <a:r>
              <a:rPr lang="en-ID" dirty="0" err="1"/>
              <a:t>tertinggi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merepresentasikan</a:t>
            </a:r>
            <a:r>
              <a:rPr lang="en-ID" dirty="0"/>
              <a:t> model </a:t>
            </a:r>
            <a:r>
              <a:rPr lang="en-ID" dirty="0" err="1"/>
              <a:t>produksi</a:t>
            </a:r>
            <a:r>
              <a:rPr lang="en-ID" dirty="0"/>
              <a:t> yang </a:t>
            </a:r>
            <a:r>
              <a:rPr lang="en-ID" dirty="0" err="1"/>
              <a:t>efisien</a:t>
            </a:r>
            <a:r>
              <a:rPr lang="en-ID" dirty="0"/>
              <a:t>, </a:t>
            </a:r>
            <a:r>
              <a:rPr lang="en-ID" dirty="0" err="1"/>
              <a:t>stabil</a:t>
            </a:r>
            <a:r>
              <a:rPr lang="en-ID" dirty="0"/>
              <a:t>, dan </a:t>
            </a:r>
            <a:r>
              <a:rPr lang="en-ID" dirty="0" err="1"/>
              <a:t>umum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pada </a:t>
            </a:r>
            <a:r>
              <a:rPr lang="en-ID" dirty="0" err="1"/>
              <a:t>sistem</a:t>
            </a:r>
            <a:r>
              <a:rPr lang="en-ID" dirty="0"/>
              <a:t> real-time.”</a:t>
            </a:r>
          </a:p>
          <a:p>
            <a:r>
              <a:rPr lang="en-ID" dirty="0"/>
              <a:t>“Model </a:t>
            </a:r>
            <a:r>
              <a:rPr lang="en-ID" dirty="0" err="1"/>
              <a:t>dilatih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,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dipertahankan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i="1" dirty="0"/>
              <a:t>frozen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eksperimen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demikian</a:t>
            </a:r>
            <a:r>
              <a:rPr lang="en-ID" dirty="0"/>
              <a:t>,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monitoring yang </a:t>
            </a:r>
            <a:r>
              <a:rPr lang="en-ID" dirty="0" err="1"/>
              <a:t>diamati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degradasi</a:t>
            </a:r>
            <a:r>
              <a:rPr lang="en-ID" dirty="0"/>
              <a:t> data input, </a:t>
            </a:r>
            <a:r>
              <a:rPr lang="en-ID" dirty="0" err="1"/>
              <a:t>bukan</a:t>
            </a:r>
            <a:r>
              <a:rPr lang="en-ID" dirty="0"/>
              <a:t> oleh </a:t>
            </a:r>
            <a:r>
              <a:rPr lang="en-ID" dirty="0" err="1"/>
              <a:t>adaptasi</a:t>
            </a:r>
            <a:r>
              <a:rPr lang="en-ID" dirty="0"/>
              <a:t> parameter model.”</a:t>
            </a:r>
          </a:p>
          <a:p>
            <a:r>
              <a:rPr lang="en-ID" dirty="0"/>
              <a:t>“Dataset </a:t>
            </a:r>
            <a:r>
              <a:rPr lang="en-ID" dirty="0" err="1"/>
              <a:t>disusun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 dua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probabilitas</a:t>
            </a:r>
            <a:r>
              <a:rPr lang="en-ID" dirty="0"/>
              <a:t> output. </a:t>
            </a:r>
            <a:r>
              <a:rPr lang="en-ID" dirty="0" err="1"/>
              <a:t>Setelah</a:t>
            </a:r>
            <a:r>
              <a:rPr lang="en-ID" dirty="0"/>
              <a:t> baseline </a:t>
            </a:r>
            <a:r>
              <a:rPr lang="en-ID" dirty="0" err="1"/>
              <a:t>terbentuk</a:t>
            </a:r>
            <a:r>
              <a:rPr lang="en-ID" dirty="0"/>
              <a:t>, data </a:t>
            </a:r>
            <a:r>
              <a:rPr lang="en-ID" dirty="0" err="1"/>
              <a:t>disajikan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batch yang </a:t>
            </a:r>
            <a:r>
              <a:rPr lang="en-ID" dirty="0" err="1"/>
              <a:t>merepresentasikan</a:t>
            </a:r>
            <a:r>
              <a:rPr lang="en-ID" dirty="0"/>
              <a:t> </a:t>
            </a:r>
            <a:r>
              <a:rPr lang="en-ID" dirty="0" err="1"/>
              <a:t>aliran</a:t>
            </a:r>
            <a:r>
              <a:rPr lang="en-ID" dirty="0"/>
              <a:t> data </a:t>
            </a:r>
            <a:r>
              <a:rPr lang="en-ID" dirty="0" err="1"/>
              <a:t>produksi</a:t>
            </a:r>
            <a:r>
              <a:rPr lang="en-ID" dirty="0"/>
              <a:t> dan </a:t>
            </a:r>
            <a:r>
              <a:rPr lang="en-ID" dirty="0" err="1"/>
              <a:t>dikenai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skenario</a:t>
            </a:r>
            <a:r>
              <a:rPr lang="en-ID" dirty="0"/>
              <a:t> </a:t>
            </a:r>
            <a:r>
              <a:rPr lang="en-ID" dirty="0" err="1"/>
              <a:t>degradasi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blur, lighting, compression, dan noise.”</a:t>
            </a:r>
          </a:p>
          <a:p>
            <a:r>
              <a:rPr lang="en-ID" dirty="0"/>
              <a:t>“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kombinasi</a:t>
            </a:r>
            <a:r>
              <a:rPr lang="en-ID" dirty="0"/>
              <a:t> model yang </a:t>
            </a:r>
            <a:r>
              <a:rPr lang="en-ID" dirty="0" err="1"/>
              <a:t>realistis</a:t>
            </a:r>
            <a:r>
              <a:rPr lang="en-ID" dirty="0"/>
              <a:t> dan dataset </a:t>
            </a:r>
            <a:r>
              <a:rPr lang="en-ID" dirty="0" err="1"/>
              <a:t>terkontrol</a:t>
            </a:r>
            <a:r>
              <a:rPr lang="en-ID" dirty="0"/>
              <a:t>,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mengevaluasi</a:t>
            </a:r>
            <a:r>
              <a:rPr lang="en-ID" dirty="0"/>
              <a:t> </a:t>
            </a:r>
            <a:r>
              <a:rPr lang="en-ID" dirty="0" err="1"/>
              <a:t>efektivitas</a:t>
            </a:r>
            <a:r>
              <a:rPr lang="en-ID" dirty="0"/>
              <a:t> </a:t>
            </a:r>
            <a:r>
              <a:rPr lang="en-ID" dirty="0" err="1"/>
              <a:t>mekanisme</a:t>
            </a:r>
            <a:r>
              <a:rPr lang="en-ID" dirty="0"/>
              <a:t> monitoring </a:t>
            </a:r>
            <a:r>
              <a:rPr lang="en-ID" dirty="0" err="1"/>
              <a:t>degradasi</a:t>
            </a:r>
            <a:r>
              <a:rPr lang="en-ID" dirty="0"/>
              <a:t> model </a:t>
            </a:r>
            <a:r>
              <a:rPr lang="en-ID" dirty="0" err="1"/>
              <a:t>pasca</a:t>
            </a:r>
            <a:r>
              <a:rPr lang="en-ID" dirty="0"/>
              <a:t>-deployment.”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86CF2-8943-CDEB-5FF5-9D4D59335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2863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7F4B-3796-1E77-8516-A63BA33B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75CF4-9D4F-C492-B2AF-0C8CBB3A8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3E013-17B9-765D-194B-9D8053535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72A2E-5A60-5F3F-19CA-7CDBFC2DB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6955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A9A00-0D85-F57E-C275-668866B7D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54DD1-FB02-A30D-4154-560A1DCB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B44F8-900A-0673-7FB6-239464CE2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00F55-CF87-775A-9690-F872A99EA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6380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B400-1B7D-E1CE-7125-571204165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EF068-7C10-88A0-1F92-B707E9A35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C399D-B132-03FC-15C5-52696F2EA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83553-6E53-E566-201E-90A9BE0A1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8389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D9263-F7C2-4AAA-B2DA-60FEE725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33FB9-1477-5CAA-2268-BFA193DA1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1F1DC-80C3-380D-16EC-6A22927A0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F959E-5D0C-60F9-48CB-7B06B113E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0298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A43D-41C0-40E2-489C-49C0D68F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5EBE3-F382-4685-1250-94BD621BB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7866A-0767-F681-3E78-3674B3FD5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75F6F-436E-5E68-A59A-149B722C3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8136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F068-3C33-FE3D-CFE5-8FA752FC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CAA24-BEE8-B005-D87A-AA6255660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DE47D-FC9E-DB10-DDA6-FFD75CEC1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dirty="0"/>
              <a:t>Pola </a:t>
            </a:r>
            <a:r>
              <a:rPr lang="en-ID" sz="1200" b="0" dirty="0" err="1"/>
              <a:t>sebaran</a:t>
            </a:r>
            <a:r>
              <a:rPr lang="en-ID" sz="1200" b="0" dirty="0"/>
              <a:t> </a:t>
            </a:r>
            <a:r>
              <a:rPr lang="en-ID" sz="1200" b="0" dirty="0" err="1"/>
              <a:t>ini</a:t>
            </a:r>
            <a:r>
              <a:rPr lang="en-ID" sz="1200" b="0" dirty="0"/>
              <a:t> </a:t>
            </a:r>
            <a:r>
              <a:rPr lang="en-ID" sz="1200" b="0" dirty="0" err="1"/>
              <a:t>menunjukkan</a:t>
            </a:r>
            <a:r>
              <a:rPr lang="en-ID" sz="1200" b="0" dirty="0"/>
              <a:t> </a:t>
            </a:r>
            <a:r>
              <a:rPr lang="en-ID" sz="1200" b="0" dirty="0" err="1"/>
              <a:t>bahwa</a:t>
            </a:r>
            <a:r>
              <a:rPr lang="en-ID" sz="1200" b="0" dirty="0"/>
              <a:t> </a:t>
            </a:r>
            <a:r>
              <a:rPr lang="en-ID" sz="1200" b="0" dirty="0" err="1"/>
              <a:t>hubungan</a:t>
            </a:r>
            <a:r>
              <a:rPr lang="en-ID" sz="1200" b="0" dirty="0"/>
              <a:t> </a:t>
            </a:r>
            <a:r>
              <a:rPr lang="en-ID" sz="1200" b="0" dirty="0" err="1"/>
              <a:t>antara</a:t>
            </a:r>
            <a:r>
              <a:rPr lang="en-ID" sz="1200" b="0" dirty="0"/>
              <a:t> PSI dan </a:t>
            </a:r>
            <a:r>
              <a:rPr lang="en-ID" sz="1200" b="0" dirty="0" err="1"/>
              <a:t>kesehatan</a:t>
            </a:r>
            <a:r>
              <a:rPr lang="en-ID" sz="1200" b="0" dirty="0"/>
              <a:t> model </a:t>
            </a:r>
            <a:r>
              <a:rPr lang="en-ID" sz="1200" b="0" dirty="0" err="1"/>
              <a:t>tidak</a:t>
            </a:r>
            <a:r>
              <a:rPr lang="en-ID" sz="1200" b="0" dirty="0"/>
              <a:t> </a:t>
            </a:r>
            <a:r>
              <a:rPr lang="en-ID" sz="1200" b="0" dirty="0" err="1"/>
              <a:t>selalu</a:t>
            </a:r>
            <a:r>
              <a:rPr lang="en-ID" sz="1200" b="0" dirty="0"/>
              <a:t> linier, </a:t>
            </a:r>
            <a:r>
              <a:rPr lang="en-ID" sz="1200" b="0" dirty="0" err="1"/>
              <a:t>sehingga</a:t>
            </a:r>
            <a:r>
              <a:rPr lang="en-ID" sz="1200" b="0" dirty="0"/>
              <a:t> </a:t>
            </a:r>
            <a:r>
              <a:rPr lang="en-ID" sz="1200" b="0" dirty="0" err="1"/>
              <a:t>penggunaan</a:t>
            </a:r>
            <a:r>
              <a:rPr lang="en-ID" sz="1200" b="0" dirty="0"/>
              <a:t> PSI </a:t>
            </a:r>
            <a:r>
              <a:rPr lang="en-ID" sz="1200" b="0" dirty="0" err="1"/>
              <a:t>saja</a:t>
            </a:r>
            <a:r>
              <a:rPr lang="en-ID" sz="1200" b="0" dirty="0"/>
              <a:t> </a:t>
            </a:r>
            <a:r>
              <a:rPr lang="en-ID" sz="1200" b="0" dirty="0" err="1"/>
              <a:t>berpotensi</a:t>
            </a:r>
            <a:r>
              <a:rPr lang="en-ID" sz="1200" b="0" dirty="0"/>
              <a:t> </a:t>
            </a:r>
            <a:r>
              <a:rPr lang="en-ID" sz="1200" b="0" dirty="0" err="1"/>
              <a:t>menghasilkan</a:t>
            </a:r>
            <a:r>
              <a:rPr lang="en-ID" sz="1200" b="0" dirty="0"/>
              <a:t> </a:t>
            </a:r>
            <a:r>
              <a:rPr lang="en-ID" sz="1200" b="0" dirty="0" err="1"/>
              <a:t>interpretasi</a:t>
            </a:r>
            <a:r>
              <a:rPr lang="en-ID" sz="1200" b="0" dirty="0"/>
              <a:t> yang </a:t>
            </a:r>
            <a:r>
              <a:rPr lang="en-ID" sz="1200" b="0" dirty="0" err="1"/>
              <a:t>menyesatkan</a:t>
            </a:r>
            <a:r>
              <a:rPr lang="en-ID" sz="1200" b="0" dirty="0"/>
              <a:t>.</a:t>
            </a:r>
            <a:br>
              <a:rPr lang="en-ID" sz="1200" b="0" dirty="0"/>
            </a:br>
            <a:br>
              <a:rPr lang="en-ID" sz="1200" b="0" dirty="0"/>
            </a:br>
            <a:r>
              <a:rPr lang="nn-NO" dirty="0"/>
              <a:t>Tidak selalu terdapat hubungan linear antara peningkatan data drift (PSI) dan penurunan composite health score (D_prod).</a:t>
            </a:r>
            <a:endParaRPr lang="en-ID" sz="1200" b="0" dirty="0"/>
          </a:p>
          <a:p>
            <a:br>
              <a:rPr lang="en-ID" b="0" dirty="0"/>
            </a:br>
            <a:r>
              <a:rPr lang="en-ID" b="0" i="1" dirty="0"/>
              <a:t>“</a:t>
            </a:r>
            <a:r>
              <a:rPr lang="en-ID" b="0" i="1" dirty="0" err="1"/>
              <a:t>Visualisasi</a:t>
            </a:r>
            <a:r>
              <a:rPr lang="en-ID" b="0" i="1" dirty="0"/>
              <a:t> </a:t>
            </a:r>
            <a:r>
              <a:rPr lang="en-ID" b="0" i="1" dirty="0" err="1"/>
              <a:t>ini</a:t>
            </a:r>
            <a:r>
              <a:rPr lang="en-ID" b="0" i="1" dirty="0"/>
              <a:t> </a:t>
            </a:r>
            <a:r>
              <a:rPr lang="en-ID" b="0" i="1" dirty="0" err="1"/>
              <a:t>menunjukkan</a:t>
            </a:r>
            <a:r>
              <a:rPr lang="en-ID" b="0" i="1" dirty="0"/>
              <a:t> </a:t>
            </a:r>
            <a:r>
              <a:rPr lang="en-ID" b="0" i="1" dirty="0" err="1"/>
              <a:t>bahwa</a:t>
            </a:r>
            <a:r>
              <a:rPr lang="en-ID" b="0" i="1" dirty="0"/>
              <a:t> </a:t>
            </a:r>
            <a:r>
              <a:rPr lang="en-ID" b="0" i="1" dirty="0" err="1"/>
              <a:t>meskipun</a:t>
            </a:r>
            <a:r>
              <a:rPr lang="en-ID" b="0" i="1" dirty="0"/>
              <a:t> PSI </a:t>
            </a:r>
            <a:r>
              <a:rPr lang="en-ID" b="0" i="1" dirty="0" err="1"/>
              <a:t>efektif</a:t>
            </a:r>
            <a:r>
              <a:rPr lang="en-ID" b="0" i="1" dirty="0"/>
              <a:t> </a:t>
            </a:r>
            <a:r>
              <a:rPr lang="en-ID" b="0" i="1" dirty="0" err="1"/>
              <a:t>mendeteksi</a:t>
            </a:r>
            <a:r>
              <a:rPr lang="en-ID" b="0" i="1" dirty="0"/>
              <a:t> </a:t>
            </a:r>
            <a:r>
              <a:rPr lang="en-ID" b="0" i="1" dirty="0" err="1"/>
              <a:t>adanya</a:t>
            </a:r>
            <a:r>
              <a:rPr lang="en-ID" b="0" i="1" dirty="0"/>
              <a:t> </a:t>
            </a:r>
            <a:r>
              <a:rPr lang="en-ID" b="0" i="1" dirty="0" err="1"/>
              <a:t>pergeseran</a:t>
            </a:r>
            <a:r>
              <a:rPr lang="en-ID" b="0" i="1" dirty="0"/>
              <a:t> data, </a:t>
            </a:r>
            <a:r>
              <a:rPr lang="en-ID" b="0" i="1" dirty="0" err="1"/>
              <a:t>pendekatan</a:t>
            </a:r>
            <a:r>
              <a:rPr lang="en-ID" b="0" i="1" dirty="0"/>
              <a:t> multi-</a:t>
            </a:r>
            <a:r>
              <a:rPr lang="en-ID" b="0" i="1" dirty="0" err="1"/>
              <a:t>metrik</a:t>
            </a:r>
            <a:r>
              <a:rPr lang="en-ID" b="0" i="1" dirty="0"/>
              <a:t> </a:t>
            </a:r>
            <a:r>
              <a:rPr lang="en-ID" b="0" i="1" dirty="0" err="1"/>
              <a:t>melalui</a:t>
            </a:r>
            <a:r>
              <a:rPr lang="en-ID" b="0" i="1" dirty="0"/>
              <a:t> </a:t>
            </a:r>
            <a:r>
              <a:rPr lang="en-ID" b="0" i="1" dirty="0" err="1"/>
              <a:t>D_prod</a:t>
            </a:r>
            <a:r>
              <a:rPr lang="en-ID" b="0" i="1" dirty="0"/>
              <a:t> </a:t>
            </a:r>
            <a:r>
              <a:rPr lang="en-ID" b="0" i="1" dirty="0" err="1"/>
              <a:t>memberikan</a:t>
            </a:r>
            <a:r>
              <a:rPr lang="en-ID" b="0" i="1" dirty="0"/>
              <a:t> </a:t>
            </a:r>
            <a:r>
              <a:rPr lang="en-ID" b="0" i="1" dirty="0" err="1"/>
              <a:t>interpretasi</a:t>
            </a:r>
            <a:r>
              <a:rPr lang="en-ID" b="0" i="1" dirty="0"/>
              <a:t> </a:t>
            </a:r>
            <a:r>
              <a:rPr lang="en-ID" b="0" i="1" dirty="0" err="1"/>
              <a:t>kesehatan</a:t>
            </a:r>
            <a:r>
              <a:rPr lang="en-ID" b="0" i="1" dirty="0"/>
              <a:t> model yang </a:t>
            </a:r>
            <a:r>
              <a:rPr lang="en-ID" b="0" i="1" dirty="0" err="1"/>
              <a:t>lebih</a:t>
            </a:r>
            <a:r>
              <a:rPr lang="en-ID" b="0" i="1" dirty="0"/>
              <a:t> </a:t>
            </a:r>
            <a:r>
              <a:rPr lang="en-ID" b="0" i="1" dirty="0" err="1"/>
              <a:t>konsisten</a:t>
            </a:r>
            <a:r>
              <a:rPr lang="en-ID" b="0" i="1" dirty="0"/>
              <a:t> dan </a:t>
            </a:r>
            <a:r>
              <a:rPr lang="en-ID" b="0" i="1" dirty="0" err="1"/>
              <a:t>relevan</a:t>
            </a:r>
            <a:r>
              <a:rPr lang="en-ID" b="0" i="1" dirty="0"/>
              <a:t> </a:t>
            </a:r>
            <a:r>
              <a:rPr lang="en-ID" b="0" i="1" dirty="0" err="1"/>
              <a:t>secara</a:t>
            </a:r>
            <a:r>
              <a:rPr lang="en-ID" b="0" i="1" dirty="0"/>
              <a:t> </a:t>
            </a:r>
            <a:r>
              <a:rPr lang="en-ID" b="0" i="1" dirty="0" err="1"/>
              <a:t>operasional</a:t>
            </a:r>
            <a:r>
              <a:rPr lang="en-ID" b="0" i="1" dirty="0"/>
              <a:t>.”</a:t>
            </a:r>
            <a:endParaRPr lang="en-ID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1A29B-8E98-03CE-887D-E7078E71B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3650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ADF8-D563-AF1A-4992-00E85354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9A65B-73B4-E26D-5EE0-40D2C35ED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C5003-209A-330E-CEFF-E04B63AAD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Pendekatan</a:t>
            </a:r>
            <a:r>
              <a:rPr lang="en-ID" dirty="0"/>
              <a:t> multi-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sekadar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relevan</a:t>
            </a:r>
            <a:r>
              <a:rPr lang="en-ID" dirty="0"/>
              <a:t> dan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MLOps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B1DAB-7EBF-1C77-6CCE-C5629ABD2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7255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4E79-0145-B5C5-2254-8E6A4F23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54EFF-F3D8-6410-1A30-12550CCEA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14B76-E0B0-3110-564C-EE225A4A3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,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monitoring </a:t>
            </a:r>
            <a:r>
              <a:rPr lang="en-ID" dirty="0" err="1"/>
              <a:t>kesehatan</a:t>
            </a:r>
            <a:r>
              <a:rPr lang="en-ID" dirty="0"/>
              <a:t> model yang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multi-</a:t>
            </a:r>
            <a:r>
              <a:rPr lang="en-ID" dirty="0" err="1"/>
              <a:t>metrik</a:t>
            </a:r>
            <a:r>
              <a:rPr lang="en-ID" dirty="0"/>
              <a:t> yang </a:t>
            </a:r>
            <a:r>
              <a:rPr lang="en-ID" dirty="0" err="1"/>
              <a:t>teragregasi</a:t>
            </a:r>
            <a:r>
              <a:rPr lang="en-ID" dirty="0"/>
              <a:t>, </a:t>
            </a:r>
            <a:r>
              <a:rPr lang="en-ID" dirty="0" err="1"/>
              <a:t>stabil</a:t>
            </a:r>
            <a:r>
              <a:rPr lang="en-ID" dirty="0"/>
              <a:t>, dan </a:t>
            </a:r>
            <a:r>
              <a:rPr lang="en-ID" dirty="0" err="1"/>
              <a:t>berorientasi</a:t>
            </a:r>
            <a:r>
              <a:rPr lang="en-ID" dirty="0"/>
              <a:t> pada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sekadar</a:t>
            </a:r>
            <a:r>
              <a:rPr lang="en-ID" dirty="0"/>
              <a:t> </a:t>
            </a:r>
            <a:r>
              <a:rPr lang="en-ID" dirty="0" err="1"/>
              <a:t>deteksi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data.</a:t>
            </a:r>
          </a:p>
          <a:p>
            <a:endParaRPr lang="en-ID" dirty="0"/>
          </a:p>
          <a:p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pendekatan</a:t>
            </a:r>
            <a:r>
              <a:rPr lang="en-ID" dirty="0"/>
              <a:t> multi-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diharapkan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monitoring, </a:t>
            </a:r>
            <a:r>
              <a:rPr lang="en-ID" dirty="0" err="1"/>
              <a:t>tetapi</a:t>
            </a:r>
            <a:r>
              <a:rPr lang="en-ID" dirty="0"/>
              <a:t> juga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inti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siklus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model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.</a:t>
            </a:r>
          </a:p>
          <a:p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5D3EF-4B90-4642-5844-0DA585CEF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DD894-610F-406D-BF3E-B9B56799F19A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321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7C13-CAAE-D466-E195-689CC0B4C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A6966-2F89-9807-E0ED-74E00F6E8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34A20-982C-1BCC-98F1-EB0FBF49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F87BA-3527-593B-9FD6-8DE9675E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C7DA2-D3C6-8328-BB8C-C2EB12AA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6976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7676-4FA8-A7B6-B56B-F2CDC43F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B4A90-2B83-D16B-C086-38BCFFEF6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50B9-DA1C-290B-70CC-25D124241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303DB-5A30-D766-D374-CA459031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6B0B6-3B2C-F53A-E7B7-65A3564E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77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1E6F-AD44-477F-0107-8477BE11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5CC97-04B8-0011-0E28-0B2D20502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C721C-5D0E-EF2D-E8D2-931F63472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036DA-B9D8-6FB4-4FB6-83BAF7FE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456A1-8E02-9777-2267-5B0B5555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1729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9721-E285-807D-6D83-68CC1475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5DBA1-7206-D991-F12B-AC30223AE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F8D48-85C2-D7AC-6AF2-DFF8DD4C3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36CF6-A6C0-DEA0-5CFA-5C1FFBCB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9344E-69A0-EF32-F485-060953C2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6CA95-5844-4F51-C082-9871FB30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315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1512-CC0B-3737-579C-FB39D4AF6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D526F-8D90-3CA4-2275-52D48990A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1AA5C-550F-3DA5-08A6-D02532C2E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F3DEC-17CF-1C5D-5F6C-7EAD6D2D9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DF555-4DF4-713F-4549-D0E121530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D89AC-1028-FE19-A470-E682D51A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BFDE0-E1C8-71C7-5066-6CB76688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C3F10-C475-13CA-1185-D9EA9659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007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99DC-A776-4BD9-6760-F5C84FC9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57EB6-72E5-567D-D6E7-7D9BAD5A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347A7-AA35-4F30-5649-0160CCE6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E6487-D76C-216D-39DF-E6FBD48E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447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86255-7D39-B558-6C4A-FB2EC4288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57850-D36A-C603-88AB-7344E90EE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2EE9D-39EC-01B5-3A91-382AB440A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899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3D23-EF03-2C24-5644-967B7F11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DBA2-30D9-936D-73A3-2FC9C0A60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7615B-C91B-F6B2-E5A8-608F94138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3A744-9ED9-3B0C-1373-753DC6AC8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3351D-30FC-BECC-0DD7-99137D10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39740-9155-6DB5-19BA-F8116795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297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5319-F4C0-61F0-E2F2-4763C024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091A7-2147-EF55-B66C-EF43C5EB7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9EC77-8447-9853-C965-EB8B75A81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5C86A-DF79-7E58-D3E3-52F989F4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756AA-45DD-0F1A-1F3D-BAD42B772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869BC-B9A1-2B21-AEDF-713A22D5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6367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8CCF-4802-9C01-3D98-FFB694A5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56F90-D54C-B8E6-D3FC-7948AB727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F7B92-8B5C-55C9-3075-29ECD0A8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0D86-8859-B5F9-5B6C-E6D9A571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F6AD2-66E3-F683-0AA9-2B853CFC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603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70838-CE2D-5326-E5C0-99965488C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C162A-E017-55F6-2DFB-329550FC6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E952A-71F1-7949-E3A0-507E35A2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65974-4A32-636C-90C0-20A560B7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A67C2-CFD3-BF31-34FE-2908785B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3759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D763A-0B96-2DED-8901-2B886D09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39623-5F9F-59BA-F250-11981B43A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86238-4AF7-9F8D-E5A3-5FF289D76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2C43B-8560-4F70-AADF-870971FC48DD}" type="datetimeFigureOut">
              <a:rPr lang="en-ID" smtClean="0"/>
              <a:t>03/02/2026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1326B-50B2-701E-ED94-495E11BE8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12544-C222-6FBF-8C9A-14BEDEE33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AA1A7-FC3A-43B9-9C50-2E26EFDF4B6A}" type="slidenum">
              <a:rPr lang="en-ID" smtClean="0"/>
              <a:t>‹#›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F4FAF-8A06-83EA-BD97-2CE12094C5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6563" y="6672580"/>
            <a:ext cx="1187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D" sz="800">
                <a:solidFill>
                  <a:srgbClr val="2E404D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Label: General</a:t>
            </a:r>
          </a:p>
        </p:txBody>
      </p:sp>
    </p:spTree>
    <p:extLst>
      <p:ext uri="{BB962C8B-B14F-4D97-AF65-F5344CB8AC3E}">
        <p14:creationId xmlns:p14="http://schemas.microsoft.com/office/powerpoint/2010/main" val="115252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26F429A1-F58F-90CF-8307-1E895CA2B5B7}"/>
              </a:ext>
            </a:extLst>
          </p:cNvPr>
          <p:cNvSpPr txBox="1">
            <a:spLocks/>
          </p:cNvSpPr>
          <p:nvPr/>
        </p:nvSpPr>
        <p:spPr bwMode="gray">
          <a:xfrm>
            <a:off x="1065402" y="2620905"/>
            <a:ext cx="6462234" cy="1425999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Peningkatan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 Kinerja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Deteksi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Degradasi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 Model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Klasifikasi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Georgia"/>
              <a:ea typeface="+mj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Berbasis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 Multi-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j-ea"/>
                <a:cs typeface="Times New Roman" panose="02020603050405020304" pitchFamily="18" charset="0"/>
              </a:rPr>
              <a:t>Metrik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Georgi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CC03DD7-9348-B5E1-E1A4-2561EFFE5E2F}"/>
              </a:ext>
            </a:extLst>
          </p:cNvPr>
          <p:cNvSpPr txBox="1">
            <a:spLocks/>
          </p:cNvSpPr>
          <p:nvPr/>
        </p:nvSpPr>
        <p:spPr bwMode="gray">
          <a:xfrm>
            <a:off x="1065400" y="5663093"/>
            <a:ext cx="6545364" cy="60016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sz="2000" b="0" i="0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»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48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64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»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Disusun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 Oleh		: Sony Harianto (14230030)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Dosen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Pembimbing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Georgia"/>
                <a:ea typeface="+mn-ea"/>
                <a:cs typeface="Arial" panose="020B0604020202020204" pitchFamily="34" charset="0"/>
              </a:rPr>
              <a:t> 	: Dr. Eng. Muhammad Haris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4FB91B-0F7D-1580-5163-ACC502AF090B}"/>
              </a:ext>
            </a:extLst>
          </p:cNvPr>
          <p:cNvSpPr txBox="1"/>
          <p:nvPr/>
        </p:nvSpPr>
        <p:spPr>
          <a:xfrm>
            <a:off x="1065401" y="4046904"/>
            <a:ext cx="583736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70F26"/>
                </a:solidFill>
                <a:latin typeface="Georgia"/>
                <a:ea typeface="+mj-ea"/>
                <a:cs typeface="Times New Roman" panose="02020603050405020304" pitchFamily="18" charset="0"/>
              </a:rPr>
              <a:t>- TESIS -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Georgi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EA1CC0D-47A6-E579-4FE5-C59F4F66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02" y="514790"/>
            <a:ext cx="3254697" cy="8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96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AF660D-2A30-1899-5990-29A252CDAE46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Pendahuluan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Latar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Belakang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74B18-4AD4-B9F7-EF55-EC143EB9EA9E}"/>
              </a:ext>
            </a:extLst>
          </p:cNvPr>
          <p:cNvSpPr txBox="1"/>
          <p:nvPr/>
        </p:nvSpPr>
        <p:spPr>
          <a:xfrm>
            <a:off x="393280" y="709693"/>
            <a:ext cx="10982036" cy="29940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72EF32-D5C1-FC9D-6BC6-7856E61B018C}"/>
              </a:ext>
            </a:extLst>
          </p:cNvPr>
          <p:cNvSpPr/>
          <p:nvPr/>
        </p:nvSpPr>
        <p:spPr>
          <a:xfrm>
            <a:off x="1200398" y="2691732"/>
            <a:ext cx="2040492" cy="1846659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Model Computer Vision (CNN)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banyak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digunakan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di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lingkungan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produksi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(safety, surveillance, automation)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79A5B1-2E68-4ED5-BA9A-FECE57780BA5}"/>
              </a:ext>
            </a:extLst>
          </p:cNvPr>
          <p:cNvSpPr/>
          <p:nvPr/>
        </p:nvSpPr>
        <p:spPr>
          <a:xfrm>
            <a:off x="3551174" y="2699654"/>
            <a:ext cx="2013320" cy="1600438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Model yang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baik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saat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training →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berpotensi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terdegradasi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setelah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deployment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C56AE4-2B20-19B1-9FA6-BD0DB1A59301}"/>
              </a:ext>
            </a:extLst>
          </p:cNvPr>
          <p:cNvSpPr/>
          <p:nvPr/>
        </p:nvSpPr>
        <p:spPr>
          <a:xfrm>
            <a:off x="5898940" y="2691732"/>
            <a:ext cx="20529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Perubahan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kualitas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data visual: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Blur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Lighting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Compression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Noise</a:t>
            </a:r>
            <a:endParaRPr lang="en-GB" sz="1600" kern="1000" dirty="0">
              <a:solidFill>
                <a:schemeClr val="tx1"/>
              </a:solidFill>
              <a:latin typeface="Aptos Narrow" panose="020B00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E1D678-C0E2-8988-51C8-891282B24812}"/>
              </a:ext>
            </a:extLst>
          </p:cNvPr>
          <p:cNvSpPr/>
          <p:nvPr/>
        </p:nvSpPr>
        <p:spPr>
          <a:xfrm>
            <a:off x="8299653" y="2699654"/>
            <a:ext cx="205299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Praktik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monitoring di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produksi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masih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dominan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single-metric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Contoh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: Population Stability Index (PSI)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BAEBC1-C462-20B0-E424-5AC88D826F2F}"/>
              </a:ext>
            </a:extLst>
          </p:cNvPr>
          <p:cNvGrpSpPr/>
          <p:nvPr/>
        </p:nvGrpSpPr>
        <p:grpSpPr>
          <a:xfrm>
            <a:off x="1668322" y="1436586"/>
            <a:ext cx="1080000" cy="1080000"/>
            <a:chOff x="861093" y="2715691"/>
            <a:chExt cx="1352551" cy="135255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1985DB-3944-B68E-435E-89C4F3984B39}"/>
                </a:ext>
              </a:extLst>
            </p:cNvPr>
            <p:cNvSpPr/>
            <p:nvPr/>
          </p:nvSpPr>
          <p:spPr>
            <a:xfrm>
              <a:off x="861093" y="2715691"/>
              <a:ext cx="1352551" cy="1352551"/>
            </a:xfrm>
            <a:prstGeom prst="ellipse">
              <a:avLst/>
            </a:prstGeom>
            <a:solidFill>
              <a:srgbClr val="005B96"/>
            </a:solidFill>
            <a:ln w="317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48000" tIns="48000" rIns="48000" bIns="48000"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267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Narrow" panose="020B0004020202020204" pitchFamily="34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2C6E05D-1FF4-9FA4-1344-6DE1AEB44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7663" y="2971383"/>
              <a:ext cx="890275" cy="89027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009A11-6C65-8D70-A319-E77627F6EB16}"/>
              </a:ext>
            </a:extLst>
          </p:cNvPr>
          <p:cNvGrpSpPr/>
          <p:nvPr/>
        </p:nvGrpSpPr>
        <p:grpSpPr>
          <a:xfrm>
            <a:off x="4057507" y="1456192"/>
            <a:ext cx="1080000" cy="1080000"/>
            <a:chOff x="3925987" y="2715691"/>
            <a:chExt cx="1352551" cy="13525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7BDB468-7C89-226E-2985-D6C856E143F5}"/>
                </a:ext>
              </a:extLst>
            </p:cNvPr>
            <p:cNvSpPr/>
            <p:nvPr/>
          </p:nvSpPr>
          <p:spPr>
            <a:xfrm>
              <a:off x="3925987" y="2715691"/>
              <a:ext cx="1352551" cy="1352551"/>
            </a:xfrm>
            <a:prstGeom prst="ellipse">
              <a:avLst/>
            </a:prstGeom>
            <a:solidFill>
              <a:srgbClr val="005B96"/>
            </a:solidFill>
            <a:ln w="317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48000" tIns="48000" rIns="48000" bIns="48000"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267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Narrow" panose="020B0004020202020204" pitchFamily="34" charset="0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B69640D-A22B-1D20-5A10-557BC6D2C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86286" y="2873770"/>
              <a:ext cx="1031953" cy="1031953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532298B-8675-81FA-61C3-34B2325CB273}"/>
              </a:ext>
            </a:extLst>
          </p:cNvPr>
          <p:cNvGrpSpPr/>
          <p:nvPr/>
        </p:nvGrpSpPr>
        <p:grpSpPr>
          <a:xfrm>
            <a:off x="6318002" y="1460928"/>
            <a:ext cx="1080000" cy="1080000"/>
            <a:chOff x="6934255" y="2715691"/>
            <a:chExt cx="1352551" cy="135255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943FCDE-F6F1-9D67-0E36-9BE7D8DBD45F}"/>
                </a:ext>
              </a:extLst>
            </p:cNvPr>
            <p:cNvSpPr/>
            <p:nvPr/>
          </p:nvSpPr>
          <p:spPr>
            <a:xfrm>
              <a:off x="6934255" y="2715691"/>
              <a:ext cx="1352551" cy="1352551"/>
            </a:xfrm>
            <a:prstGeom prst="ellipse">
              <a:avLst/>
            </a:prstGeom>
            <a:solidFill>
              <a:srgbClr val="005B96"/>
            </a:solidFill>
            <a:ln w="317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48000" tIns="48000" rIns="48000" bIns="48000"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267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Narrow" panose="020B0004020202020204" pitchFamily="34" charset="0"/>
              </a:endParaRP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23A3304C-D7DA-387E-FD6D-4369698C6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89315" y="2959113"/>
              <a:ext cx="842431" cy="842431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592EF3-F68E-DB53-85D9-CFDC81FB88B0}"/>
              </a:ext>
            </a:extLst>
          </p:cNvPr>
          <p:cNvGrpSpPr/>
          <p:nvPr/>
        </p:nvGrpSpPr>
        <p:grpSpPr>
          <a:xfrm>
            <a:off x="8779301" y="1503353"/>
            <a:ext cx="1080000" cy="1080000"/>
            <a:chOff x="9978359" y="2715691"/>
            <a:chExt cx="1352551" cy="135255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6C6130D-ADF4-8EB5-E6AC-92648D4DD97C}"/>
                </a:ext>
              </a:extLst>
            </p:cNvPr>
            <p:cNvSpPr/>
            <p:nvPr/>
          </p:nvSpPr>
          <p:spPr>
            <a:xfrm>
              <a:off x="9978359" y="2715691"/>
              <a:ext cx="1352551" cy="1352551"/>
            </a:xfrm>
            <a:prstGeom prst="ellipse">
              <a:avLst/>
            </a:prstGeom>
            <a:solidFill>
              <a:srgbClr val="005B96"/>
            </a:solidFill>
            <a:ln w="317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48000" tIns="48000" rIns="48000" bIns="48000"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267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Narrow" panose="020B0004020202020204" pitchFamily="34" charset="0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E1DF19B-360D-C010-AD6B-3FB031A7C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36239" y="2954110"/>
              <a:ext cx="1036791" cy="1036791"/>
            </a:xfrm>
            <a:prstGeom prst="rect">
              <a:avLst/>
            </a:prstGeom>
          </p:spPr>
        </p:pic>
      </p:grpSp>
      <p:sp>
        <p:nvSpPr>
          <p:cNvPr id="27" name="Rectangle: Rounded Corners 148">
            <a:extLst>
              <a:ext uri="{FF2B5EF4-FFF2-40B4-BE49-F238E27FC236}">
                <a16:creationId xmlns:a16="http://schemas.microsoft.com/office/drawing/2014/main" id="{ECCBA13B-BEC4-BBE8-8F08-45715FED7B70}"/>
              </a:ext>
            </a:extLst>
          </p:cNvPr>
          <p:cNvSpPr/>
          <p:nvPr/>
        </p:nvSpPr>
        <p:spPr>
          <a:xfrm>
            <a:off x="1184921" y="4885930"/>
            <a:ext cx="2040491" cy="1023387"/>
          </a:xfrm>
          <a:prstGeom prst="roundRect">
            <a:avLst>
              <a:gd name="adj" fmla="val 6967"/>
            </a:avLst>
          </a:prstGeom>
          <a:solidFill>
            <a:srgbClr val="FFFFFF"/>
          </a:solidFill>
          <a:ln w="12700" cap="flat" cmpd="sng" algn="ctr">
            <a:solidFill>
              <a:srgbClr val="FFC400"/>
            </a:solidFill>
            <a:prstDash val="solid"/>
          </a:ln>
          <a:effectLst/>
        </p:spPr>
        <p:txBody>
          <a:bodyPr lIns="36000" tIns="36000" rIns="36000" bIns="36000" rtlCol="0" anchor="ctr"/>
          <a:lstStyle/>
          <a:p>
            <a:pPr lvl="0" algn="ctr" defTabSz="914354">
              <a:spcBef>
                <a:spcPts val="200"/>
              </a:spcBef>
              <a:spcAft>
                <a:spcPts val="200"/>
              </a:spcAft>
              <a:defRPr/>
            </a:pPr>
            <a:r>
              <a:rPr lang="en-ID" sz="1600" b="1" dirty="0">
                <a:latin typeface="Cambria" panose="02040503050406030204" pitchFamily="18" charset="0"/>
                <a:ea typeface="Cambria" panose="02040503050406030204" pitchFamily="18" charset="0"/>
              </a:rPr>
              <a:t>Production-Scale </a:t>
            </a:r>
            <a:r>
              <a:rPr lang="en-ID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Sistem</a:t>
            </a:r>
            <a:r>
              <a:rPr lang="en-ID" sz="1600" b="1" dirty="0">
                <a:latin typeface="Cambria" panose="02040503050406030204" pitchFamily="18" charset="0"/>
                <a:ea typeface="Cambria" panose="02040503050406030204" pitchFamily="18" charset="0"/>
              </a:rPr>
              <a:t> Computer Vision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0072BC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Rectangle: Rounded Corners 149">
            <a:extLst>
              <a:ext uri="{FF2B5EF4-FFF2-40B4-BE49-F238E27FC236}">
                <a16:creationId xmlns:a16="http://schemas.microsoft.com/office/drawing/2014/main" id="{E33D1DF5-0960-0A06-13EB-D86D61723066}"/>
              </a:ext>
            </a:extLst>
          </p:cNvPr>
          <p:cNvSpPr/>
          <p:nvPr/>
        </p:nvSpPr>
        <p:spPr>
          <a:xfrm>
            <a:off x="3577676" y="4889863"/>
            <a:ext cx="2040491" cy="1023387"/>
          </a:xfrm>
          <a:prstGeom prst="roundRect">
            <a:avLst>
              <a:gd name="adj" fmla="val 6967"/>
            </a:avLst>
          </a:prstGeom>
          <a:solidFill>
            <a:srgbClr val="FFFFFF"/>
          </a:solidFill>
          <a:ln w="12700" cap="flat" cmpd="sng" algn="ctr">
            <a:solidFill>
              <a:srgbClr val="FFC400"/>
            </a:solidFill>
            <a:prstDash val="solid"/>
          </a:ln>
          <a:effectLst/>
        </p:spPr>
        <p:txBody>
          <a:bodyPr lIns="36000" tIns="36000" rIns="36000" bIns="36000" rtlCol="0" anchor="ctr"/>
          <a:lstStyle/>
          <a:p>
            <a:pPr lvl="0" algn="ctr" defTabSz="914354">
              <a:spcBef>
                <a:spcPts val="200"/>
              </a:spcBef>
              <a:spcAft>
                <a:spcPts val="200"/>
              </a:spcAft>
              <a:defRPr/>
            </a:pPr>
            <a:r>
              <a:rPr lang="en-ID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Resiko</a:t>
            </a:r>
            <a:r>
              <a:rPr lang="en-ID" sz="1600" b="1" dirty="0">
                <a:latin typeface="Cambria" panose="02040503050406030204" pitchFamily="18" charset="0"/>
                <a:ea typeface="Cambria" panose="02040503050406030204" pitchFamily="18" charset="0"/>
              </a:rPr>
              <a:t> Post-Deployment </a:t>
            </a:r>
            <a:r>
              <a:rPr lang="en-ID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Degradasi</a:t>
            </a:r>
            <a:r>
              <a:rPr lang="en-ID" sz="1600" b="1" dirty="0">
                <a:latin typeface="Cambria" panose="02040503050406030204" pitchFamily="18" charset="0"/>
                <a:ea typeface="Cambria" panose="02040503050406030204" pitchFamily="18" charset="0"/>
              </a:rPr>
              <a:t> Model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0072BC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: Rounded Corners 150">
            <a:extLst>
              <a:ext uri="{FF2B5EF4-FFF2-40B4-BE49-F238E27FC236}">
                <a16:creationId xmlns:a16="http://schemas.microsoft.com/office/drawing/2014/main" id="{F6C7917C-45B8-2389-3E32-0B0327F3C4BA}"/>
              </a:ext>
            </a:extLst>
          </p:cNvPr>
          <p:cNvSpPr/>
          <p:nvPr/>
        </p:nvSpPr>
        <p:spPr>
          <a:xfrm>
            <a:off x="5911441" y="4885931"/>
            <a:ext cx="2040490" cy="1023386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 cap="flat" cmpd="sng" algn="ctr">
            <a:solidFill>
              <a:srgbClr val="FFC400"/>
            </a:solidFill>
            <a:prstDash val="solid"/>
          </a:ln>
          <a:effectLst/>
        </p:spPr>
        <p:txBody>
          <a:bodyPr lIns="36000" tIns="36000" rIns="36000" bIns="36000" rtlCol="0" anchor="ctr"/>
          <a:lstStyle/>
          <a:p>
            <a:pPr lvl="0" algn="ctr" defTabSz="914354">
              <a:spcBef>
                <a:spcPts val="200"/>
              </a:spcBef>
              <a:spcAft>
                <a:spcPts val="200"/>
              </a:spcAft>
              <a:defRPr/>
            </a:pPr>
            <a:r>
              <a:rPr lang="nn-NO" sz="1600" b="1" dirty="0">
                <a:latin typeface="Cambria" panose="02040503050406030204" pitchFamily="18" charset="0"/>
                <a:ea typeface="Cambria" panose="02040503050406030204" pitchFamily="18" charset="0"/>
              </a:rPr>
              <a:t>Data Visual yang Dinamis dan Tidak Terkendali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0072BC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Rectangle: Rounded Corners 149">
            <a:extLst>
              <a:ext uri="{FF2B5EF4-FFF2-40B4-BE49-F238E27FC236}">
                <a16:creationId xmlns:a16="http://schemas.microsoft.com/office/drawing/2014/main" id="{8630014E-4078-09CE-EDC1-541F03B44551}"/>
              </a:ext>
            </a:extLst>
          </p:cNvPr>
          <p:cNvSpPr/>
          <p:nvPr/>
        </p:nvSpPr>
        <p:spPr>
          <a:xfrm>
            <a:off x="8311599" y="4885931"/>
            <a:ext cx="2052991" cy="1023386"/>
          </a:xfrm>
          <a:prstGeom prst="roundRect">
            <a:avLst>
              <a:gd name="adj" fmla="val 6967"/>
            </a:avLst>
          </a:prstGeom>
          <a:solidFill>
            <a:srgbClr val="FFFFFF"/>
          </a:solidFill>
          <a:ln w="12700" cap="flat" cmpd="sng" algn="ctr">
            <a:solidFill>
              <a:srgbClr val="FFC400"/>
            </a:solidFill>
            <a:prstDash val="solid"/>
          </a:ln>
          <a:effectLst/>
        </p:spPr>
        <p:txBody>
          <a:bodyPr lIns="36000" tIns="36000" rIns="36000" bIns="36000" rtlCol="0" anchor="ctr"/>
          <a:lstStyle/>
          <a:p>
            <a:pPr lvl="0" algn="ctr" defTabSz="914354">
              <a:spcBef>
                <a:spcPts val="200"/>
              </a:spcBef>
              <a:spcAft>
                <a:spcPts val="200"/>
              </a:spcAft>
              <a:defRPr/>
            </a:pPr>
            <a:r>
              <a:rPr lang="en-ID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Keterbatasan</a:t>
            </a:r>
            <a:r>
              <a:rPr lang="en-ID" sz="1600" b="1" dirty="0">
                <a:latin typeface="Cambria" panose="02040503050406030204" pitchFamily="18" charset="0"/>
                <a:ea typeface="Cambria" panose="02040503050406030204" pitchFamily="18" charset="0"/>
              </a:rPr>
              <a:t> Single-Metric Monitoring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0072BC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1FA709-755B-B5BA-CEF3-07346D4B6CF7}"/>
              </a:ext>
            </a:extLst>
          </p:cNvPr>
          <p:cNvSpPr txBox="1"/>
          <p:nvPr/>
        </p:nvSpPr>
        <p:spPr>
          <a:xfrm>
            <a:off x="1192325" y="1023939"/>
            <a:ext cx="9325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40">
              <a:spcBef>
                <a:spcPts val="267"/>
              </a:spcBef>
              <a:spcAft>
                <a:spcPts val="267"/>
              </a:spcAft>
              <a:defRPr/>
            </a:pPr>
            <a:r>
              <a:rPr lang="it-IT" sz="2000" dirty="0">
                <a:latin typeface="Aptos Narrow" panose="020B0004020202020204" pitchFamily="34" charset="0"/>
              </a:rPr>
              <a:t>Tantangan Degradasi Model di Lingkungan Produksi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19A3FC"/>
              </a:solidFill>
              <a:effectLst/>
              <a:uLnTx/>
              <a:uFillTx/>
              <a:latin typeface="Aptos Narrow" panose="020B0004020202020204" pitchFamily="34" charset="0"/>
              <a:cs typeface="Arial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CE4989E-A4A8-88F3-EBA0-BB59786107C3}"/>
              </a:ext>
            </a:extLst>
          </p:cNvPr>
          <p:cNvCxnSpPr>
            <a:cxnSpLocks/>
          </p:cNvCxnSpPr>
          <p:nvPr/>
        </p:nvCxnSpPr>
        <p:spPr>
          <a:xfrm>
            <a:off x="3398966" y="1436586"/>
            <a:ext cx="0" cy="3836402"/>
          </a:xfrm>
          <a:prstGeom prst="line">
            <a:avLst/>
          </a:prstGeom>
          <a:noFill/>
          <a:ln w="6350" cap="flat" cmpd="sng" algn="ctr">
            <a:solidFill>
              <a:srgbClr val="FFC400"/>
            </a:solidFill>
            <a:prstDash val="sysDot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164A68-B29E-856E-8137-BE146911646A}"/>
              </a:ext>
            </a:extLst>
          </p:cNvPr>
          <p:cNvCxnSpPr>
            <a:cxnSpLocks/>
          </p:cNvCxnSpPr>
          <p:nvPr/>
        </p:nvCxnSpPr>
        <p:spPr>
          <a:xfrm>
            <a:off x="5756912" y="1456192"/>
            <a:ext cx="0" cy="3777633"/>
          </a:xfrm>
          <a:prstGeom prst="line">
            <a:avLst/>
          </a:prstGeom>
          <a:noFill/>
          <a:ln w="6350" cap="flat" cmpd="sng" algn="ctr">
            <a:solidFill>
              <a:srgbClr val="FFC400"/>
            </a:solidFill>
            <a:prstDash val="sysDot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3DC15A-BA19-DB58-4352-B979C25241C7}"/>
              </a:ext>
            </a:extLst>
          </p:cNvPr>
          <p:cNvCxnSpPr>
            <a:cxnSpLocks/>
          </p:cNvCxnSpPr>
          <p:nvPr/>
        </p:nvCxnSpPr>
        <p:spPr>
          <a:xfrm>
            <a:off x="8121267" y="1577024"/>
            <a:ext cx="0" cy="3638475"/>
          </a:xfrm>
          <a:prstGeom prst="line">
            <a:avLst/>
          </a:prstGeom>
          <a:noFill/>
          <a:ln w="6350" cap="flat" cmpd="sng" algn="ctr">
            <a:solidFill>
              <a:srgbClr val="FFC4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180403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F2F2-B3BF-4689-B1CA-494EAB0E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63EBEC-E61D-0E72-2485-887F3DB12F4D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Pendahuluan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Identifikasi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&amp;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Rumusan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Masalah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3D9B88-8003-472F-5070-AED95B37387E}"/>
              </a:ext>
            </a:extLst>
          </p:cNvPr>
          <p:cNvSpPr txBox="1"/>
          <p:nvPr/>
        </p:nvSpPr>
        <p:spPr>
          <a:xfrm>
            <a:off x="1779067" y="4410261"/>
            <a:ext cx="8633861" cy="213904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sng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Rumusan</a:t>
            </a:r>
            <a:r>
              <a:rPr kumimoji="0" lang="en-US" altLang="en-US" sz="19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b="1" i="0" u="sng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Masalah</a:t>
            </a:r>
            <a:endParaRPr kumimoji="0" lang="en-US" altLang="en-US" sz="1900" b="1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Bagaimana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keterbatasan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pendekatan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single-metric (PSI)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dalam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mendeteksi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degradasi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model?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Apakah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pendekatan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multi-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metrik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dapat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memberikan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sinyal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degradasi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yang: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lebih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dini</a:t>
            </a: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lebih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stabil</a:t>
            </a: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lebih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relevan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secara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operasional</a:t>
            </a: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8E1A8F-8B5E-980B-60D1-F1DEC07EED93}"/>
              </a:ext>
            </a:extLst>
          </p:cNvPr>
          <p:cNvSpPr/>
          <p:nvPr/>
        </p:nvSpPr>
        <p:spPr>
          <a:xfrm>
            <a:off x="1779069" y="1641890"/>
            <a:ext cx="8633861" cy="23363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u="sng" dirty="0" err="1">
                <a:solidFill>
                  <a:schemeClr val="tx1"/>
                </a:solidFill>
                <a:latin typeface="Aptos Narrow" panose="020B0004020202020204" pitchFamily="34" charset="0"/>
              </a:rPr>
              <a:t>Identifikasi</a:t>
            </a:r>
            <a:r>
              <a:rPr lang="en-US" altLang="en-US" sz="1900" b="1" u="sng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b="1" u="sng" dirty="0" err="1">
                <a:solidFill>
                  <a:schemeClr val="tx1"/>
                </a:solidFill>
                <a:latin typeface="Aptos Narrow" panose="020B0004020202020204" pitchFamily="34" charset="0"/>
              </a:rPr>
              <a:t>Masalah</a:t>
            </a:r>
            <a:endParaRPr lang="en-US" altLang="en-US" sz="1900" b="1" u="sng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PSI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hanya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mengukur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data drift,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bukan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perilaku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model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Kenaikan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PSI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tidak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selalu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berarti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model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rusak</a:t>
            </a:r>
            <a:endParaRPr lang="en-US" altLang="en-US" sz="1900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Sebaliknya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,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degradasi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performa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bisa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terjadi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tanpa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 PSI naik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signifikan</a:t>
            </a:r>
            <a:endParaRPr lang="en-US" altLang="en-US" sz="1900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Tidak </a:t>
            </a:r>
            <a:r>
              <a:rPr lang="en-US" altLang="en-US" sz="19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mempertimbangkan</a:t>
            </a: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Confidence prediction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Class shift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dirty="0">
                <a:solidFill>
                  <a:schemeClr val="tx1"/>
                </a:solidFill>
                <a:latin typeface="Aptos Narrow" panose="020B0004020202020204" pitchFamily="34" charset="0"/>
              </a:rPr>
              <a:t>Latency inference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1E3FCE5-C5C5-C837-85A7-6D90568DB689}"/>
              </a:ext>
            </a:extLst>
          </p:cNvPr>
          <p:cNvSpPr/>
          <p:nvPr/>
        </p:nvSpPr>
        <p:spPr>
          <a:xfrm rot="10800000">
            <a:off x="2120763" y="4112839"/>
            <a:ext cx="7950467" cy="162815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BB85E-18BA-EB3B-25F9-A16FD16A6746}"/>
              </a:ext>
            </a:extLst>
          </p:cNvPr>
          <p:cNvSpPr txBox="1"/>
          <p:nvPr/>
        </p:nvSpPr>
        <p:spPr>
          <a:xfrm>
            <a:off x="393280" y="659185"/>
            <a:ext cx="11456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D" dirty="0" err="1"/>
              <a:t>Identifikasi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berangkat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keterbatasan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monitoring </a:t>
            </a:r>
            <a:r>
              <a:rPr lang="en-ID" dirty="0" err="1"/>
              <a:t>berbasis</a:t>
            </a:r>
            <a:r>
              <a:rPr lang="en-ID" dirty="0"/>
              <a:t> single-metric, </a:t>
            </a:r>
            <a:r>
              <a:rPr lang="en-ID" dirty="0" err="1"/>
              <a:t>khususnya</a:t>
            </a:r>
            <a:r>
              <a:rPr lang="en-ID" dirty="0"/>
              <a:t> Population Stability Index (PSI), yang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merepresentasikan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data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mencerminkan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model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menyeluruh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372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D4E7-1EC4-4EBE-C61A-D5DEABB8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BF17F4-C39E-B721-5284-D941F3524103}"/>
              </a:ext>
            </a:extLst>
          </p:cNvPr>
          <p:cNvSpPr/>
          <p:nvPr/>
        </p:nvSpPr>
        <p:spPr>
          <a:xfrm>
            <a:off x="922660" y="2006930"/>
            <a:ext cx="4694923" cy="45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022B4-F40A-1C28-0D4C-4317021510E8}"/>
              </a:ext>
            </a:extLst>
          </p:cNvPr>
          <p:cNvSpPr/>
          <p:nvPr/>
        </p:nvSpPr>
        <p:spPr>
          <a:xfrm>
            <a:off x="1035677" y="2624446"/>
            <a:ext cx="4694923" cy="3837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Mengevaluasi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keterbatasan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monitoring single-metric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berbasis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PSI</a:t>
            </a: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Mengusulkan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pendekatan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multi-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monitoring</a:t>
            </a: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Membangun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Composite Health Score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berbasis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: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PSI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KL Divergence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Confidence Ratio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Class Shift</a:t>
            </a:r>
          </a:p>
          <a:p>
            <a:pPr marL="7429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Latency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0761E1-67FB-1141-78F0-643FF21E2374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Pendahuluan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Tujuan dan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Kontribusi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2E801-ECE7-22F0-8F7E-FAA240BC10E8}"/>
              </a:ext>
            </a:extLst>
          </p:cNvPr>
          <p:cNvSpPr txBox="1"/>
          <p:nvPr/>
        </p:nvSpPr>
        <p:spPr>
          <a:xfrm>
            <a:off x="7978483" y="554181"/>
            <a:ext cx="4049035" cy="33855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D82060-5C89-B74B-BAE1-49859A7A5646}"/>
              </a:ext>
            </a:extLst>
          </p:cNvPr>
          <p:cNvSpPr/>
          <p:nvPr/>
        </p:nvSpPr>
        <p:spPr>
          <a:xfrm>
            <a:off x="6283434" y="2023798"/>
            <a:ext cx="4694923" cy="45183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72FAFD-9087-2CA0-7FA6-FF714A065555}"/>
              </a:ext>
            </a:extLst>
          </p:cNvPr>
          <p:cNvSpPr/>
          <p:nvPr/>
        </p:nvSpPr>
        <p:spPr>
          <a:xfrm>
            <a:off x="6396451" y="2624446"/>
            <a:ext cx="4694923" cy="37922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60388" lvl="1" indent="-29051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Pendekatan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Multi-Criteria Decision Model (MCDM)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untuk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monitoring model</a:t>
            </a:r>
          </a:p>
          <a:p>
            <a:pPr marL="560388" lvl="1" indent="-29051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Integrasi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teknis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&amp;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operasional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dalam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satu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skor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komposit</a:t>
            </a:r>
            <a:endParaRPr lang="en-US" altLang="en-US" sz="2000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pPr marL="560388" lvl="1" indent="-29051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Mendukung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decision-making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objektif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(healthy / degraded / critical)</a:t>
            </a:r>
          </a:p>
          <a:p>
            <a:pPr marL="560388" lvl="1" indent="-290513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Relevan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untuk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MLOps</a:t>
            </a:r>
            <a:r>
              <a:rPr lang="en-US" alt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&amp; rollback decision</a:t>
            </a:r>
          </a:p>
        </p:txBody>
      </p:sp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7DC5C1C9-527E-E6EF-8510-618D157BC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281" y="1857712"/>
            <a:ext cx="732282" cy="7322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855577-DCEA-DA0F-EC54-0BF4B0A80255}"/>
              </a:ext>
            </a:extLst>
          </p:cNvPr>
          <p:cNvSpPr txBox="1"/>
          <p:nvPr/>
        </p:nvSpPr>
        <p:spPr>
          <a:xfrm>
            <a:off x="1708003" y="2023798"/>
            <a:ext cx="3369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u="sng" dirty="0">
                <a:solidFill>
                  <a:schemeClr val="tx1"/>
                </a:solidFill>
                <a:latin typeface="Aptos Narrow" panose="020B0004020202020204" pitchFamily="34" charset="0"/>
              </a:rPr>
              <a:t>Tujuan </a:t>
            </a:r>
            <a:r>
              <a:rPr lang="en-US" altLang="en-US" sz="2000" u="sng" dirty="0" err="1">
                <a:solidFill>
                  <a:schemeClr val="tx1"/>
                </a:solidFill>
                <a:latin typeface="Aptos Narrow" panose="020B0004020202020204" pitchFamily="34" charset="0"/>
              </a:rPr>
              <a:t>Penelitian</a:t>
            </a:r>
            <a:endParaRPr lang="en-US" altLang="en-US" sz="2000" u="sng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DC033-3B48-B687-E42E-29F5F31BBBFF}"/>
              </a:ext>
            </a:extLst>
          </p:cNvPr>
          <p:cNvSpPr txBox="1"/>
          <p:nvPr/>
        </p:nvSpPr>
        <p:spPr>
          <a:xfrm>
            <a:off x="7049231" y="2023799"/>
            <a:ext cx="2970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u="sng" dirty="0" err="1">
                <a:solidFill>
                  <a:schemeClr val="tx1"/>
                </a:solidFill>
                <a:latin typeface="Aptos Narrow" panose="020B0004020202020204" pitchFamily="34" charset="0"/>
              </a:rPr>
              <a:t>Kontribusi</a:t>
            </a:r>
            <a:r>
              <a:rPr lang="en-US" altLang="en-US" sz="2000" u="sng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2000" u="sng" dirty="0" err="1">
                <a:solidFill>
                  <a:schemeClr val="tx1"/>
                </a:solidFill>
                <a:latin typeface="Aptos Narrow" panose="020B0004020202020204" pitchFamily="34" charset="0"/>
              </a:rPr>
              <a:t>Penelitian</a:t>
            </a:r>
            <a:endParaRPr lang="en-US" altLang="en-US" sz="2000" u="sng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pic>
        <p:nvPicPr>
          <p:cNvPr id="17" name="Graphic 16" descr="Badge with solid fill">
            <a:extLst>
              <a:ext uri="{FF2B5EF4-FFF2-40B4-BE49-F238E27FC236}">
                <a16:creationId xmlns:a16="http://schemas.microsoft.com/office/drawing/2014/main" id="{6336CFD4-BA98-65DA-FA3A-D831A6560D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3322" y="1857712"/>
            <a:ext cx="735719" cy="7357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398761-013D-689F-E088-50E2D4C57CAE}"/>
              </a:ext>
            </a:extLst>
          </p:cNvPr>
          <p:cNvSpPr txBox="1"/>
          <p:nvPr/>
        </p:nvSpPr>
        <p:spPr>
          <a:xfrm>
            <a:off x="363423" y="706919"/>
            <a:ext cx="114569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D" dirty="0" err="1">
                <a:latin typeface="Aptos Narrow" panose="020B0004020202020204" pitchFamily="34" charset="0"/>
              </a:rPr>
              <a:t>Penelitian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ini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bertujuan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untuk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mengevaluasi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keterbatasan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monitoring </a:t>
            </a:r>
            <a:r>
              <a:rPr lang="en-ID" dirty="0" err="1">
                <a:latin typeface="Aptos Narrow" panose="020B0004020202020204" pitchFamily="34" charset="0"/>
              </a:rPr>
              <a:t>berbasis</a:t>
            </a:r>
            <a:r>
              <a:rPr lang="en-ID" dirty="0">
                <a:latin typeface="Aptos Narrow" panose="020B0004020202020204" pitchFamily="34" charset="0"/>
              </a:rPr>
              <a:t> single-metric, </a:t>
            </a:r>
            <a:r>
              <a:rPr lang="en-ID" dirty="0" err="1">
                <a:latin typeface="Aptos Narrow" panose="020B0004020202020204" pitchFamily="34" charset="0"/>
              </a:rPr>
              <a:t>khususnya</a:t>
            </a:r>
            <a:r>
              <a:rPr lang="en-ID" dirty="0">
                <a:latin typeface="Aptos Narrow" panose="020B0004020202020204" pitchFamily="34" charset="0"/>
              </a:rPr>
              <a:t> PSI, </a:t>
            </a:r>
            <a:r>
              <a:rPr lang="en-ID" dirty="0" err="1">
                <a:latin typeface="Aptos Narrow" panose="020B0004020202020204" pitchFamily="34" charset="0"/>
              </a:rPr>
              <a:t>dalam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mendeteksi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model </a:t>
            </a:r>
            <a:r>
              <a:rPr lang="en-ID" dirty="0" err="1">
                <a:latin typeface="Aptos Narrow" panose="020B0004020202020204" pitchFamily="34" charset="0"/>
              </a:rPr>
              <a:t>pembelajaran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mesin</a:t>
            </a:r>
            <a:r>
              <a:rPr lang="en-ID" dirty="0">
                <a:latin typeface="Aptos Narrow" panose="020B0004020202020204" pitchFamily="34" charset="0"/>
              </a:rPr>
              <a:t> di </a:t>
            </a:r>
            <a:r>
              <a:rPr lang="en-ID" dirty="0" err="1">
                <a:latin typeface="Aptos Narrow" panose="020B0004020202020204" pitchFamily="34" charset="0"/>
              </a:rPr>
              <a:t>lingkungan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produksi</a:t>
            </a:r>
            <a:r>
              <a:rPr lang="en-ID" dirty="0">
                <a:latin typeface="Aptos Narrow" panose="020B0004020202020204" pitchFamily="34" charset="0"/>
              </a:rPr>
              <a:t>. Selain </a:t>
            </a:r>
            <a:r>
              <a:rPr lang="en-ID" dirty="0" err="1">
                <a:latin typeface="Aptos Narrow" panose="020B0004020202020204" pitchFamily="34" charset="0"/>
              </a:rPr>
              <a:t>itu</a:t>
            </a:r>
            <a:r>
              <a:rPr lang="en-ID" dirty="0">
                <a:latin typeface="Aptos Narrow" panose="020B0004020202020204" pitchFamily="34" charset="0"/>
              </a:rPr>
              <a:t>, </a:t>
            </a:r>
            <a:r>
              <a:rPr lang="en-ID" dirty="0" err="1">
                <a:latin typeface="Aptos Narrow" panose="020B0004020202020204" pitchFamily="34" charset="0"/>
              </a:rPr>
              <a:t>penelitian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ini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mengusulkan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monitoring </a:t>
            </a:r>
            <a:r>
              <a:rPr lang="en-ID" dirty="0" err="1">
                <a:latin typeface="Aptos Narrow" panose="020B0004020202020204" pitchFamily="34" charset="0"/>
              </a:rPr>
              <a:t>berbasis</a:t>
            </a:r>
            <a:r>
              <a:rPr lang="en-ID" dirty="0">
                <a:latin typeface="Aptos Narrow" panose="020B0004020202020204" pitchFamily="34" charset="0"/>
              </a:rPr>
              <a:t> multi-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 yang </a:t>
            </a:r>
            <a:r>
              <a:rPr lang="en-ID" dirty="0" err="1">
                <a:latin typeface="Aptos Narrow" panose="020B0004020202020204" pitchFamily="34" charset="0"/>
              </a:rPr>
              <a:t>menggabungkan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berbagai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dimensi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26162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1F35-8212-1A5F-9AF3-B04455083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F29F9F-4BED-05A2-50E8-E4D69880DE7D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Tinjauan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Pustaka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Terdahulu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9D440-E861-218C-D0C6-10CDA1FB5806}"/>
              </a:ext>
            </a:extLst>
          </p:cNvPr>
          <p:cNvSpPr txBox="1"/>
          <p:nvPr/>
        </p:nvSpPr>
        <p:spPr>
          <a:xfrm>
            <a:off x="393282" y="783316"/>
            <a:ext cx="1115418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ptos Narrow" panose="020B0004020202020204" pitchFamily="34" charset="0"/>
              </a:rPr>
              <a:t>1. Monitoring </a:t>
            </a:r>
            <a:r>
              <a:rPr lang="en-US" altLang="en-US" sz="1700" dirty="0" err="1">
                <a:latin typeface="Aptos Narrow" panose="020B0004020202020204" pitchFamily="34" charset="0"/>
              </a:rPr>
              <a:t>degradasi</a:t>
            </a:r>
            <a:r>
              <a:rPr lang="en-US" altLang="en-US" sz="1700" dirty="0">
                <a:latin typeface="Aptos Narrow" panose="020B0004020202020204" pitchFamily="34" charset="0"/>
              </a:rPr>
              <a:t> model </a:t>
            </a:r>
            <a:r>
              <a:rPr lang="en-US" altLang="en-US" sz="1700" dirty="0" err="1">
                <a:latin typeface="Aptos Narrow" panose="020B0004020202020204" pitchFamily="34" charset="0"/>
              </a:rPr>
              <a:t>berbasis</a:t>
            </a:r>
            <a:r>
              <a:rPr lang="en-US" altLang="en-US" sz="1700" dirty="0">
                <a:latin typeface="Aptos Narrow" panose="020B0004020202020204" pitchFamily="34" charset="0"/>
              </a:rPr>
              <a:t> data drift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D" sz="1700" b="1" dirty="0">
                <a:latin typeface="Aptos Narrow" panose="020B0004020202020204" pitchFamily="34" charset="0"/>
              </a:rPr>
              <a:t>Osama A. Mahdi et al. (2024)</a:t>
            </a:r>
            <a:r>
              <a:rPr lang="en-ID" sz="1700" dirty="0">
                <a:latin typeface="Aptos Narrow" panose="020B0004020202020204" pitchFamily="34" charset="0"/>
              </a:rPr>
              <a:t> – </a:t>
            </a:r>
            <a:r>
              <a:rPr lang="en-ID" sz="1700" i="1" dirty="0">
                <a:latin typeface="Aptos Narrow" panose="020B0004020202020204" pitchFamily="34" charset="0"/>
              </a:rPr>
              <a:t>Multi-Criteria Analysis of Concept Drift Detection Algorithms</a:t>
            </a:r>
            <a:endParaRPr lang="en-US" altLang="en-US" sz="1700" dirty="0">
              <a:latin typeface="Aptos Narrow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700" dirty="0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8D0C7-EDC2-9AB1-9ADC-9D5A28692A81}"/>
              </a:ext>
            </a:extLst>
          </p:cNvPr>
          <p:cNvSpPr txBox="1"/>
          <p:nvPr/>
        </p:nvSpPr>
        <p:spPr>
          <a:xfrm>
            <a:off x="2163006" y="1433036"/>
            <a:ext cx="89947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i="1" dirty="0">
                <a:latin typeface="Aptos Narrow" panose="020B0004020202020204" pitchFamily="34" charset="0"/>
              </a:rPr>
              <a:t>“Concept drift occurs when the underlying data distribution changes over time, causing the model to struggle to accurately predict the most recent data.”</a:t>
            </a:r>
            <a:endParaRPr lang="en-ID" sz="1700" i="1" dirty="0"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B3D7D-6CB8-8B42-E3DF-D274F6493253}"/>
              </a:ext>
            </a:extLst>
          </p:cNvPr>
          <p:cNvSpPr txBox="1"/>
          <p:nvPr/>
        </p:nvSpPr>
        <p:spPr>
          <a:xfrm>
            <a:off x="393280" y="3600066"/>
            <a:ext cx="1145697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ptos Narrow" panose="020B0004020202020204" pitchFamily="34" charset="0"/>
              </a:rPr>
              <a:t>3. </a:t>
            </a:r>
            <a:r>
              <a:rPr lang="en-US" altLang="en-US" sz="1700" dirty="0" err="1">
                <a:latin typeface="Aptos Narrow" panose="020B0004020202020204" pitchFamily="34" charset="0"/>
              </a:rPr>
              <a:t>Evaluasi</a:t>
            </a:r>
            <a:r>
              <a:rPr lang="en-US" altLang="en-US" sz="1700" dirty="0">
                <a:latin typeface="Aptos Narrow" panose="020B0004020202020204" pitchFamily="34" charset="0"/>
              </a:rPr>
              <a:t> </a:t>
            </a:r>
            <a:r>
              <a:rPr lang="en-US" altLang="en-US" sz="1700" dirty="0" err="1">
                <a:latin typeface="Aptos Narrow" panose="020B0004020202020204" pitchFamily="34" charset="0"/>
              </a:rPr>
              <a:t>metrik</a:t>
            </a:r>
            <a:r>
              <a:rPr lang="en-US" altLang="en-US" sz="1700" dirty="0">
                <a:latin typeface="Aptos Narrow" panose="020B0004020202020204" pitchFamily="34" charset="0"/>
              </a:rPr>
              <a:t> </a:t>
            </a:r>
            <a:r>
              <a:rPr lang="en-US" altLang="en-US" sz="1700" dirty="0" err="1">
                <a:latin typeface="Aptos Narrow" panose="020B0004020202020204" pitchFamily="34" charset="0"/>
              </a:rPr>
              <a:t>masih</a:t>
            </a:r>
            <a:r>
              <a:rPr lang="en-US" altLang="en-US" sz="1700" dirty="0">
                <a:latin typeface="Aptos Narrow" panose="020B0004020202020204" pitchFamily="34" charset="0"/>
              </a:rPr>
              <a:t> </a:t>
            </a:r>
            <a:r>
              <a:rPr lang="en-US" altLang="en-US" sz="1700" dirty="0" err="1">
                <a:latin typeface="Aptos Narrow" panose="020B0004020202020204" pitchFamily="34" charset="0"/>
              </a:rPr>
              <a:t>terpisah</a:t>
            </a:r>
            <a:endParaRPr lang="en-US" altLang="en-US" sz="1700" dirty="0">
              <a:latin typeface="Aptos Narrow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D" sz="1700" b="1" dirty="0">
                <a:latin typeface="Aptos Narrow" panose="020B0004020202020204" pitchFamily="34" charset="0"/>
              </a:rPr>
              <a:t>Osama A. Mahdi et al. (2024)</a:t>
            </a:r>
            <a:r>
              <a:rPr lang="en-ID" sz="1700" dirty="0">
                <a:latin typeface="Aptos Narrow" panose="020B0004020202020204" pitchFamily="34" charset="0"/>
              </a:rPr>
              <a:t> – </a:t>
            </a:r>
            <a:r>
              <a:rPr lang="en-ID" sz="1700" i="1" dirty="0">
                <a:latin typeface="Aptos Narrow" panose="020B0004020202020204" pitchFamily="34" charset="0"/>
              </a:rPr>
              <a:t>Multi-Criteria Analysis of Concept Drift Detection Algorithms</a:t>
            </a:r>
            <a:endParaRPr lang="en-US" altLang="en-US" sz="1700" dirty="0">
              <a:latin typeface="Aptos Narrow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8942AC-346C-9055-1E7B-49D399C1FABF}"/>
              </a:ext>
            </a:extLst>
          </p:cNvPr>
          <p:cNvSpPr/>
          <p:nvPr/>
        </p:nvSpPr>
        <p:spPr>
          <a:xfrm>
            <a:off x="2075378" y="1359017"/>
            <a:ext cx="87630" cy="8079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700">
              <a:latin typeface="Aptos Narrow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41418E-5C1C-E30F-B8A3-89857A6693DA}"/>
              </a:ext>
            </a:extLst>
          </p:cNvPr>
          <p:cNvSpPr txBox="1"/>
          <p:nvPr/>
        </p:nvSpPr>
        <p:spPr>
          <a:xfrm>
            <a:off x="393282" y="2174931"/>
            <a:ext cx="111541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ptos Narrow" panose="020B0004020202020204" pitchFamily="34" charset="0"/>
              </a:rPr>
              <a:t>2. </a:t>
            </a:r>
            <a:r>
              <a:rPr lang="en-US" altLang="en-US" sz="1700" dirty="0" err="1">
                <a:latin typeface="Aptos Narrow" panose="020B0004020202020204" pitchFamily="34" charset="0"/>
              </a:rPr>
              <a:t>Metrik</a:t>
            </a:r>
            <a:r>
              <a:rPr lang="en-US" altLang="en-US" sz="1700" dirty="0">
                <a:latin typeface="Aptos Narrow" panose="020B0004020202020204" pitchFamily="34" charset="0"/>
              </a:rPr>
              <a:t> </a:t>
            </a:r>
            <a:r>
              <a:rPr lang="en-US" altLang="en-US" sz="1700" dirty="0" err="1">
                <a:latin typeface="Aptos Narrow" panose="020B0004020202020204" pitchFamily="34" charset="0"/>
              </a:rPr>
              <a:t>statistik</a:t>
            </a:r>
            <a:r>
              <a:rPr lang="en-US" altLang="en-US" sz="1700" dirty="0">
                <a:latin typeface="Aptos Narrow" panose="020B0004020202020204" pitchFamily="34" charset="0"/>
              </a:rPr>
              <a:t> </a:t>
            </a:r>
            <a:r>
              <a:rPr lang="en-US" altLang="en-US" sz="1700" dirty="0" err="1">
                <a:latin typeface="Aptos Narrow" panose="020B0004020202020204" pitchFamily="34" charset="0"/>
              </a:rPr>
              <a:t>sebagai</a:t>
            </a:r>
            <a:r>
              <a:rPr lang="en-US" altLang="en-US" sz="1700" dirty="0">
                <a:latin typeface="Aptos Narrow" panose="020B0004020202020204" pitchFamily="34" charset="0"/>
              </a:rPr>
              <a:t> early warning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latin typeface="Aptos Narrow" panose="020B0004020202020204" pitchFamily="34" charset="0"/>
              </a:rPr>
              <a:t>Bhatt et al. (2020) - </a:t>
            </a:r>
            <a:r>
              <a:rPr lang="en-US" sz="1700" i="1" dirty="0">
                <a:latin typeface="Aptos Narrow" panose="020B0004020202020204" pitchFamily="34" charset="0"/>
              </a:rPr>
              <a:t>Explainable Machine Learning in Deployment</a:t>
            </a:r>
            <a:endParaRPr lang="en-US" altLang="en-US" sz="1700" i="1" dirty="0">
              <a:latin typeface="Aptos Narrow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64A930-6BB1-B0CC-8EA4-362BDBA474D1}"/>
              </a:ext>
            </a:extLst>
          </p:cNvPr>
          <p:cNvSpPr txBox="1"/>
          <p:nvPr/>
        </p:nvSpPr>
        <p:spPr>
          <a:xfrm>
            <a:off x="2163005" y="2865387"/>
            <a:ext cx="89947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i="1" dirty="0">
                <a:latin typeface="Aptos Narrow" panose="020B0004020202020204" pitchFamily="34" charset="0"/>
              </a:rPr>
              <a:t>“Monitoring signals such as confidence scores and other statistical indicators can be used to identify early signs of model degradation during deployment, even in the absence of immediate ground truth.”</a:t>
            </a:r>
            <a:endParaRPr lang="en-US" sz="1700" dirty="0">
              <a:latin typeface="Aptos Narrow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EA0DEF-7803-1F55-E30E-DC2BE0108129}"/>
              </a:ext>
            </a:extLst>
          </p:cNvPr>
          <p:cNvSpPr/>
          <p:nvPr/>
        </p:nvSpPr>
        <p:spPr>
          <a:xfrm>
            <a:off x="2075376" y="2837624"/>
            <a:ext cx="87630" cy="7236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700">
              <a:latin typeface="Aptos Narrow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22222-84F7-4E1F-895B-012F123DCF5A}"/>
              </a:ext>
            </a:extLst>
          </p:cNvPr>
          <p:cNvSpPr txBox="1"/>
          <p:nvPr/>
        </p:nvSpPr>
        <p:spPr>
          <a:xfrm>
            <a:off x="393280" y="4913090"/>
            <a:ext cx="1145697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ptos Narrow" panose="020B0004020202020204" pitchFamily="34" charset="0"/>
              </a:rPr>
              <a:t>4. </a:t>
            </a:r>
            <a:r>
              <a:rPr lang="en-US" altLang="en-US" sz="1700" dirty="0" err="1">
                <a:latin typeface="Aptos Narrow" panose="020B0004020202020204" pitchFamily="34" charset="0"/>
              </a:rPr>
              <a:t>Fokus</a:t>
            </a:r>
            <a:r>
              <a:rPr lang="en-US" altLang="en-US" sz="1700" dirty="0">
                <a:latin typeface="Aptos Narrow" panose="020B0004020202020204" pitchFamily="34" charset="0"/>
              </a:rPr>
              <a:t> pada </a:t>
            </a:r>
            <a:r>
              <a:rPr lang="en-US" altLang="en-US" sz="1700" i="1" dirty="0" err="1">
                <a:latin typeface="Aptos Narrow" panose="020B0004020202020204" pitchFamily="34" charset="0"/>
              </a:rPr>
              <a:t>deteksi</a:t>
            </a:r>
            <a:r>
              <a:rPr lang="en-US" altLang="en-US" sz="1700" dirty="0">
                <a:latin typeface="Aptos Narrow" panose="020B0004020202020204" pitchFamily="34" charset="0"/>
              </a:rPr>
              <a:t>, </a:t>
            </a:r>
            <a:r>
              <a:rPr lang="en-US" altLang="en-US" sz="1700" dirty="0" err="1">
                <a:latin typeface="Aptos Narrow" panose="020B0004020202020204" pitchFamily="34" charset="0"/>
              </a:rPr>
              <a:t>bukan</a:t>
            </a:r>
            <a:r>
              <a:rPr lang="en-US" altLang="en-US" sz="1700" dirty="0">
                <a:latin typeface="Aptos Narrow" panose="020B0004020202020204" pitchFamily="34" charset="0"/>
              </a:rPr>
              <a:t> decision-making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D" sz="1700" b="1" dirty="0">
                <a:latin typeface="Aptos Narrow" panose="020B0004020202020204" pitchFamily="34" charset="0"/>
              </a:rPr>
              <a:t>Osama A. Mahdi et al. (2024)</a:t>
            </a:r>
            <a:r>
              <a:rPr lang="en-ID" sz="1700" dirty="0">
                <a:latin typeface="Aptos Narrow" panose="020B0004020202020204" pitchFamily="34" charset="0"/>
              </a:rPr>
              <a:t> – </a:t>
            </a:r>
            <a:r>
              <a:rPr lang="en-ID" sz="1700" i="1" dirty="0">
                <a:latin typeface="Aptos Narrow" panose="020B0004020202020204" pitchFamily="34" charset="0"/>
              </a:rPr>
              <a:t>Multi-Criteria Analysis of Concept Drift Detection Algorithms</a:t>
            </a:r>
            <a:endParaRPr lang="en-US" altLang="en-US" sz="1700" dirty="0">
              <a:latin typeface="Aptos Narrow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E4BAC-56E2-BB6F-AE6E-D18C9366360D}"/>
              </a:ext>
            </a:extLst>
          </p:cNvPr>
          <p:cNvSpPr txBox="1"/>
          <p:nvPr/>
        </p:nvSpPr>
        <p:spPr>
          <a:xfrm>
            <a:off x="2163007" y="4166032"/>
            <a:ext cx="89947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i="1" dirty="0">
                <a:latin typeface="Aptos Narrow" panose="020B0004020202020204" pitchFamily="34" charset="0"/>
              </a:rPr>
              <a:t>“Monitoring signals such as confidence scores and other statistical indicators can be used to identify early signs of model degradation during deployment, even in the absence of immediate ground truth.”</a:t>
            </a:r>
            <a:endParaRPr lang="en-US" sz="1700" dirty="0">
              <a:latin typeface="Aptos Narrow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D4824E-F43A-D351-C729-293AC427B33F}"/>
              </a:ext>
            </a:extLst>
          </p:cNvPr>
          <p:cNvSpPr/>
          <p:nvPr/>
        </p:nvSpPr>
        <p:spPr>
          <a:xfrm>
            <a:off x="2075377" y="4149776"/>
            <a:ext cx="87630" cy="7236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700">
              <a:latin typeface="Aptos Narrow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98D7E2-A2E2-F334-F7F0-19A621F48A37}"/>
              </a:ext>
            </a:extLst>
          </p:cNvPr>
          <p:cNvSpPr txBox="1"/>
          <p:nvPr/>
        </p:nvSpPr>
        <p:spPr>
          <a:xfrm>
            <a:off x="2163006" y="5498983"/>
            <a:ext cx="89947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i="1" dirty="0">
                <a:latin typeface="Aptos Narrow" panose="020B0004020202020204" pitchFamily="34" charset="0"/>
              </a:rPr>
              <a:t>“This study benchmarks and compares concept drift detection algorithms using multiple performance metrics to identify the best-performing detection methods.”</a:t>
            </a:r>
            <a:endParaRPr lang="en-ID" sz="1700" dirty="0">
              <a:latin typeface="Aptos Narrow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5B8DB-ABA2-E1CD-05A9-7D49F44D11AB}"/>
              </a:ext>
            </a:extLst>
          </p:cNvPr>
          <p:cNvSpPr/>
          <p:nvPr/>
        </p:nvSpPr>
        <p:spPr>
          <a:xfrm>
            <a:off x="2075376" y="5487187"/>
            <a:ext cx="87630" cy="7236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70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65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6AE1-46D2-A8AB-5069-5B86E383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77C5DD-4C9B-264A-C449-2CB4885BD1C5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Tinjauan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Pustaka – Research Gap &amp;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Posisi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2BB220-FC51-E078-6CA3-296BA3FF6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762906"/>
              </p:ext>
            </p:extLst>
          </p:nvPr>
        </p:nvGraphicFramePr>
        <p:xfrm>
          <a:off x="411350" y="1985450"/>
          <a:ext cx="1145697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488">
                  <a:extLst>
                    <a:ext uri="{9D8B030D-6E8A-4147-A177-3AD203B41FA5}">
                      <a16:colId xmlns:a16="http://schemas.microsoft.com/office/drawing/2014/main" val="2233455704"/>
                    </a:ext>
                  </a:extLst>
                </a:gridCol>
                <a:gridCol w="5728488">
                  <a:extLst>
                    <a:ext uri="{9D8B030D-6E8A-4147-A177-3AD203B41FA5}">
                      <a16:colId xmlns:a16="http://schemas.microsoft.com/office/drawing/2014/main" val="3227609735"/>
                    </a:ext>
                  </a:extLst>
                </a:gridCol>
              </a:tblGrid>
              <a:tr h="242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0" u="none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Research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Kontribusi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Penelitian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24561"/>
                  </a:ext>
                </a:extLst>
              </a:tr>
              <a:tr h="772719">
                <a:tc>
                  <a:txBody>
                    <a:bodyPr/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D" sz="160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Mahdi et al. (2024)</a:t>
                      </a:r>
                      <a:r>
                        <a:rPr lang="en-ID" sz="1600" b="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ID" sz="1600" b="0" i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Multi-Criteria Analysis of Concept Drift Detection Algorithms</a:t>
                      </a:r>
                    </a:p>
                    <a:p>
                      <a:pPr marL="285750" lvl="0" indent="-28575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Multi-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metrik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digunakan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untuk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membandingkan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algoritma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deteksi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drift,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belum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diagregasi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menjadi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satu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indikator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kesehatan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model.</a:t>
                      </a:r>
                      <a:endParaRPr lang="en-ID" sz="1600" b="0" i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Agregasi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multi-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metrik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berbasis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MCDM - Weighted Sum Model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untuk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membentuk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Composite Health Score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sebagai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indikator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kesehatan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model.</a:t>
                      </a:r>
                      <a:endParaRPr lang="en-ID" sz="1600" b="0" i="1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941077"/>
                  </a:ext>
                </a:extLst>
              </a:tr>
              <a:tr h="772719">
                <a:tc>
                  <a:txBody>
                    <a:bodyPr/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Bhatt et al. (2020)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– 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Explainable Machine Learning in Deployment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Monitoring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berbasis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metrik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statistik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sebagai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early warning,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tetapi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masih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parsial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dan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terpisah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.</a:t>
                      </a:r>
                      <a:endParaRPr lang="en-US" altLang="en-US" sz="16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Monitoring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holistik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melalui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integrasi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berbagai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metrik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(data drift,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prediksi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, dan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performa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sistem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)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dalam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satu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skor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komposit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.</a:t>
                      </a:r>
                      <a:endParaRPr lang="en-US" sz="1600" b="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626183"/>
                  </a:ext>
                </a:extLst>
              </a:tr>
              <a:tr h="772719">
                <a:tc>
                  <a:txBody>
                    <a:bodyPr/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D" sz="160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Bhatt et al. (2020)</a:t>
                      </a:r>
                      <a:r>
                        <a:rPr lang="en-ID" sz="1600" b="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 – 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Explainable Machine Learning in Deployment</a:t>
                      </a:r>
                    </a:p>
                    <a:p>
                      <a:pPr marL="285750" lvl="0" indent="-28575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Hasil monitoring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belum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secara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eksplisit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dikaitkan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dengan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keputusan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operasional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(retraining, rollback).</a:t>
                      </a:r>
                      <a:endParaRPr lang="en-ID" sz="16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Normalisasi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good vs bad metrics dan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perancangan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skor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yang decision-oriented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untuk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mendukung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trigger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operasional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.</a:t>
                      </a:r>
                      <a:endParaRPr lang="en-ID" sz="1600" b="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388112"/>
                  </a:ext>
                </a:extLst>
              </a:tr>
              <a:tr h="596097">
                <a:tc>
                  <a:txBody>
                    <a:bodyPr/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Kore et al. (2024)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– 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Empirical Data Drift Detection on Real-World Medical Imaging Data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Sensitivitas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metrik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terhadap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berbagai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jenis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degradasi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tidak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konsisten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antar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skenario</a:t>
                      </a:r>
                      <a:r>
                        <a:rPr lang="en-ID" sz="1600" b="0" dirty="0"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.</a:t>
                      </a:r>
                      <a:endParaRPr lang="en-US" altLang="en-US" sz="16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Stabilisasi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sinyal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monitoring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melalui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agregasi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multi-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metrik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sehingga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menghasilkan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output yang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konsisten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dan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operasional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lintas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skenario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ID" sz="1600" b="0" dirty="0" err="1">
                          <a:latin typeface="Aptos Narrow" panose="020B0004020202020204" pitchFamily="34" charset="0"/>
                        </a:rPr>
                        <a:t>degradasi</a:t>
                      </a:r>
                      <a:r>
                        <a:rPr lang="en-ID" sz="1600" b="0" dirty="0">
                          <a:latin typeface="Aptos Narrow" panose="020B0004020202020204" pitchFamily="34" charset="0"/>
                        </a:rPr>
                        <a:t>.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564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8FD5D4-78DC-0E90-5897-954AF6E81848}"/>
              </a:ext>
            </a:extLst>
          </p:cNvPr>
          <p:cNvSpPr txBox="1"/>
          <p:nvPr/>
        </p:nvSpPr>
        <p:spPr>
          <a:xfrm>
            <a:off x="323673" y="778359"/>
            <a:ext cx="11544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D" dirty="0">
                <a:latin typeface="Aptos Narrow" panose="020B0004020202020204" pitchFamily="34" charset="0"/>
              </a:rPr>
              <a:t>Sebagian </a:t>
            </a:r>
            <a:r>
              <a:rPr lang="en-ID" dirty="0" err="1">
                <a:latin typeface="Aptos Narrow" panose="020B0004020202020204" pitchFamily="34" charset="0"/>
              </a:rPr>
              <a:t>besar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monitoring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model </a:t>
            </a:r>
            <a:r>
              <a:rPr lang="en-ID" dirty="0" err="1">
                <a:latin typeface="Aptos Narrow" panose="020B0004020202020204" pitchFamily="34" charset="0"/>
              </a:rPr>
              <a:t>pembelajaran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mesin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masih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berfokus</a:t>
            </a:r>
            <a:r>
              <a:rPr lang="en-ID" dirty="0">
                <a:latin typeface="Aptos Narrow" panose="020B0004020202020204" pitchFamily="34" charset="0"/>
              </a:rPr>
              <a:t> pada </a:t>
            </a:r>
            <a:r>
              <a:rPr lang="en-ID" dirty="0" err="1">
                <a:latin typeface="Aptos Narrow" panose="020B0004020202020204" pitchFamily="34" charset="0"/>
              </a:rPr>
              <a:t>aspek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deteksi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perubahan</a:t>
            </a:r>
            <a:r>
              <a:rPr lang="en-ID" dirty="0">
                <a:latin typeface="Aptos Narrow" panose="020B0004020202020204" pitchFamily="34" charset="0"/>
              </a:rPr>
              <a:t> data </a:t>
            </a:r>
            <a:r>
              <a:rPr lang="en-ID" dirty="0" err="1">
                <a:latin typeface="Aptos Narrow" panose="020B0004020202020204" pitchFamily="34" charset="0"/>
              </a:rPr>
              <a:t>atau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performa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secara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parsial</a:t>
            </a:r>
            <a:r>
              <a:rPr lang="en-ID" dirty="0">
                <a:latin typeface="Aptos Narrow" panose="020B0004020202020204" pitchFamily="34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D" dirty="0" err="1">
                <a:latin typeface="Aptos Narrow" panose="020B0004020202020204" pitchFamily="34" charset="0"/>
              </a:rPr>
              <a:t>Penelitian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sebelumnya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lebih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menekankan</a:t>
            </a:r>
            <a:r>
              <a:rPr lang="en-ID" dirty="0">
                <a:latin typeface="Aptos Narrow" panose="020B0004020202020204" pitchFamily="34" charset="0"/>
              </a:rPr>
              <a:t> pada </a:t>
            </a:r>
            <a:r>
              <a:rPr lang="en-ID" dirty="0" err="1">
                <a:latin typeface="Aptos Narrow" panose="020B0004020202020204" pitchFamily="34" charset="0"/>
              </a:rPr>
              <a:t>evaluasi</a:t>
            </a:r>
            <a:r>
              <a:rPr lang="en-ID" dirty="0">
                <a:latin typeface="Aptos Narrow" panose="020B0004020202020204" pitchFamily="34" charset="0"/>
              </a:rPr>
              <a:t> dan </a:t>
            </a:r>
            <a:r>
              <a:rPr lang="en-ID" dirty="0" err="1">
                <a:latin typeface="Aptos Narrow" panose="020B0004020202020204" pitchFamily="34" charset="0"/>
              </a:rPr>
              <a:t>perbandingan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metode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deteksi</a:t>
            </a:r>
            <a:r>
              <a:rPr lang="en-ID" dirty="0">
                <a:latin typeface="Aptos Narrow" panose="020B0004020202020204" pitchFamily="34" charset="0"/>
              </a:rPr>
              <a:t>, </a:t>
            </a:r>
            <a:r>
              <a:rPr lang="en-ID" dirty="0" err="1">
                <a:latin typeface="Aptos Narrow" panose="020B0004020202020204" pitchFamily="34" charset="0"/>
              </a:rPr>
              <a:t>tanpa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secara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eksplisit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mengaitkannya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kebutuhan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pengambilan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keputusan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operasional</a:t>
            </a:r>
            <a:r>
              <a:rPr lang="en-ID" dirty="0">
                <a:latin typeface="Aptos Narrow" panose="020B0004020202020204" pitchFamily="34" charset="0"/>
              </a:rPr>
              <a:t> di </a:t>
            </a:r>
            <a:r>
              <a:rPr lang="en-ID" dirty="0" err="1">
                <a:latin typeface="Aptos Narrow" panose="020B0004020202020204" pitchFamily="34" charset="0"/>
              </a:rPr>
              <a:t>lingkungan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produksi</a:t>
            </a:r>
            <a:r>
              <a:rPr lang="en-ID" dirty="0">
                <a:latin typeface="Aptos Narrow" panose="020B00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6194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823BA-F3E4-81DB-021F-6328D423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F06F12-7CC7-6B98-0DC0-FF55E862A47E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Gambaran Umum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3D4394-743F-C80B-7C96-D4868E6A5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04" t="5264" r="22258" b="12401"/>
          <a:stretch>
            <a:fillRect/>
          </a:stretch>
        </p:blipFill>
        <p:spPr bwMode="auto">
          <a:xfrm>
            <a:off x="1248029" y="1396580"/>
            <a:ext cx="2261937" cy="5075907"/>
          </a:xfrm>
          <a:prstGeom prst="rect">
            <a:avLst/>
          </a:prstGeom>
          <a:noFill/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BC1B38-F4F7-01D7-832C-53A76ACFE017}"/>
              </a:ext>
            </a:extLst>
          </p:cNvPr>
          <p:cNvSpPr/>
          <p:nvPr/>
        </p:nvSpPr>
        <p:spPr>
          <a:xfrm>
            <a:off x="3985687" y="1282571"/>
            <a:ext cx="7151503" cy="518991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Model ML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berbasis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Computer Vision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dideploy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lingkungan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produksi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Data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citra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hasil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operasional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produksi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dikumpulkan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sebagai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data monitoring,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tanpa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memerlukan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data yang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sudah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berlabel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(label ground truth),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sehingga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mencerminkan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kondisi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nyata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post-deployment.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Berbagai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monitoring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dihitung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untuk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merepresentasikan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perubahan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data dan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perilaku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model,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mencakup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aspek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statistik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distribusi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karakteristik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prediksi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serta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performa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operasional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Setiap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dinormalisasi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dalam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skala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yang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seragam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dengan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mempertimbangkan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arah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interpretasi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yaitu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apakah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nilai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yang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lebih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tinggi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bersifat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menguntungkan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(</a:t>
            </a:r>
            <a:r>
              <a:rPr lang="en-US" altLang="en-US" sz="1600" i="1" dirty="0">
                <a:solidFill>
                  <a:schemeClr val="bg1"/>
                </a:solidFill>
                <a:latin typeface="Aptos Narrow" panose="020B0004020202020204" pitchFamily="34" charset="0"/>
              </a:rPr>
              <a:t>good metric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)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atau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merugikan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(</a:t>
            </a:r>
            <a:r>
              <a:rPr lang="en-US" altLang="en-US" sz="1600" i="1" dirty="0">
                <a:solidFill>
                  <a:schemeClr val="bg1"/>
                </a:solidFill>
                <a:latin typeface="Aptos Narrow" panose="020B0004020202020204" pitchFamily="34" charset="0"/>
              </a:rPr>
              <a:t>bad metric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yang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telah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dinormalisasi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diberikan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bobot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menggunakan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pendekatan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Weighted Sum Model (WSM)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untuk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merefleksikan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tingkat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kepentingan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relatif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masing-masing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dalam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konteks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monitoring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kesehatan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model.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Seluruh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yang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telah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dinormalisasi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dan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dibobotkan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digabungkan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menjadi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satu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nilai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komposit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, yang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merepresentasikan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kondisi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kesehatan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model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secara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keseluruhan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(</a:t>
            </a:r>
            <a:r>
              <a:rPr lang="en-US" altLang="en-US" sz="1600" i="1" dirty="0">
                <a:solidFill>
                  <a:schemeClr val="bg1"/>
                </a:solidFill>
                <a:latin typeface="Aptos Narrow" panose="020B0004020202020204" pitchFamily="34" charset="0"/>
              </a:rPr>
              <a:t>Composite Health Score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Nilai Composite Health Score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dipetakan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dalam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kategori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status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kesehatan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model,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yaitu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i="1" dirty="0">
                <a:solidFill>
                  <a:schemeClr val="bg1"/>
                </a:solidFill>
                <a:latin typeface="Aptos Narrow" panose="020B0004020202020204" pitchFamily="34" charset="0"/>
              </a:rPr>
              <a:t>Healthy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, </a:t>
            </a:r>
            <a:r>
              <a:rPr lang="en-US" altLang="en-US" sz="1600" i="1" dirty="0">
                <a:solidFill>
                  <a:schemeClr val="bg1"/>
                </a:solidFill>
                <a:latin typeface="Aptos Narrow" panose="020B0004020202020204" pitchFamily="34" charset="0"/>
              </a:rPr>
              <a:t>Degraded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atau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i="1" dirty="0">
                <a:solidFill>
                  <a:schemeClr val="bg1"/>
                </a:solidFill>
                <a:latin typeface="Aptos Narrow" panose="020B0004020202020204" pitchFamily="34" charset="0"/>
              </a:rPr>
              <a:t>Critical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,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berdasarkan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threshold yang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telah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ditentukan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sebagai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dasar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pengambilan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ptos Narrow" panose="020B0004020202020204" pitchFamily="34" charset="0"/>
              </a:rPr>
              <a:t>keputusan</a:t>
            </a:r>
            <a:r>
              <a:rPr lang="en-US" altLang="en-US" sz="1600" dirty="0">
                <a:solidFill>
                  <a:schemeClr val="bg1"/>
                </a:solidFill>
                <a:latin typeface="Aptos Narrow" panose="020B0004020202020204" pitchFamily="34" charset="0"/>
              </a:rPr>
              <a:t> monitoring.</a:t>
            </a:r>
          </a:p>
        </p:txBody>
      </p:sp>
      <p:pic>
        <p:nvPicPr>
          <p:cNvPr id="11" name="Graphic 10" descr="Badge 1 with solid fill">
            <a:extLst>
              <a:ext uri="{FF2B5EF4-FFF2-40B4-BE49-F238E27FC236}">
                <a16:creationId xmlns:a16="http://schemas.microsoft.com/office/drawing/2014/main" id="{9EFC3DBC-33F6-F5FC-FE01-7EC037B5A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532" y="1396580"/>
            <a:ext cx="597497" cy="597497"/>
          </a:xfrm>
          <a:prstGeom prst="rect">
            <a:avLst/>
          </a:prstGeom>
        </p:spPr>
      </p:pic>
      <p:pic>
        <p:nvPicPr>
          <p:cNvPr id="13" name="Graphic 12" descr="Badge with solid fill">
            <a:extLst>
              <a:ext uri="{FF2B5EF4-FFF2-40B4-BE49-F238E27FC236}">
                <a16:creationId xmlns:a16="http://schemas.microsoft.com/office/drawing/2014/main" id="{93CADACB-D222-97DC-350C-2C97D0B2B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531" y="2208356"/>
            <a:ext cx="597497" cy="597497"/>
          </a:xfrm>
          <a:prstGeom prst="rect">
            <a:avLst/>
          </a:prstGeom>
        </p:spPr>
      </p:pic>
      <p:pic>
        <p:nvPicPr>
          <p:cNvPr id="15" name="Graphic 14" descr="Badge 3 with solid fill">
            <a:extLst>
              <a:ext uri="{FF2B5EF4-FFF2-40B4-BE49-F238E27FC236}">
                <a16:creationId xmlns:a16="http://schemas.microsoft.com/office/drawing/2014/main" id="{C24212F0-9749-AB3B-25B9-E4B1ABF3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0530" y="2958279"/>
            <a:ext cx="597497" cy="597497"/>
          </a:xfrm>
          <a:prstGeom prst="rect">
            <a:avLst/>
          </a:prstGeom>
        </p:spPr>
      </p:pic>
      <p:pic>
        <p:nvPicPr>
          <p:cNvPr id="17" name="Graphic 16" descr="Badge 4 with solid fill">
            <a:extLst>
              <a:ext uri="{FF2B5EF4-FFF2-40B4-BE49-F238E27FC236}">
                <a16:creationId xmlns:a16="http://schemas.microsoft.com/office/drawing/2014/main" id="{C60D3127-1B54-CFFD-9C01-91CB1546DB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213" y="3697988"/>
            <a:ext cx="597497" cy="597497"/>
          </a:xfrm>
          <a:prstGeom prst="rect">
            <a:avLst/>
          </a:prstGeom>
        </p:spPr>
      </p:pic>
      <p:pic>
        <p:nvPicPr>
          <p:cNvPr id="19" name="Graphic 18" descr="Badge 5 with solid fill">
            <a:extLst>
              <a:ext uri="{FF2B5EF4-FFF2-40B4-BE49-F238E27FC236}">
                <a16:creationId xmlns:a16="http://schemas.microsoft.com/office/drawing/2014/main" id="{7632D16E-1858-F851-57BE-38C39738DB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5212" y="4405828"/>
            <a:ext cx="597497" cy="597497"/>
          </a:xfrm>
          <a:prstGeom prst="rect">
            <a:avLst/>
          </a:prstGeom>
        </p:spPr>
      </p:pic>
      <p:pic>
        <p:nvPicPr>
          <p:cNvPr id="21" name="Graphic 20" descr="Badge 6 with solid fill">
            <a:extLst>
              <a:ext uri="{FF2B5EF4-FFF2-40B4-BE49-F238E27FC236}">
                <a16:creationId xmlns:a16="http://schemas.microsoft.com/office/drawing/2014/main" id="{05C4C6DC-6BE5-A534-1490-63BC989544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5211" y="5128828"/>
            <a:ext cx="597497" cy="597497"/>
          </a:xfrm>
          <a:prstGeom prst="rect">
            <a:avLst/>
          </a:prstGeom>
        </p:spPr>
      </p:pic>
      <p:pic>
        <p:nvPicPr>
          <p:cNvPr id="23" name="Graphic 22" descr="Badge 7 with solid fill">
            <a:extLst>
              <a:ext uri="{FF2B5EF4-FFF2-40B4-BE49-F238E27FC236}">
                <a16:creationId xmlns:a16="http://schemas.microsoft.com/office/drawing/2014/main" id="{F197433A-A819-7F46-8BEB-5FA6B75CE5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210" y="5874990"/>
            <a:ext cx="597497" cy="597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01D45-67B3-64B1-243F-E3BDB6AB262C}"/>
              </a:ext>
            </a:extLst>
          </p:cNvPr>
          <p:cNvSpPr txBox="1"/>
          <p:nvPr/>
        </p:nvSpPr>
        <p:spPr>
          <a:xfrm>
            <a:off x="393279" y="697796"/>
            <a:ext cx="11456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D" sz="1600" dirty="0">
                <a:latin typeface="Aptos Narrow" panose="020B0004020202020204" pitchFamily="34" charset="0"/>
              </a:rPr>
              <a:t>Diagram </a:t>
            </a:r>
            <a:r>
              <a:rPr lang="en-ID" sz="1600" dirty="0" err="1">
                <a:latin typeface="Aptos Narrow" panose="020B0004020202020204" pitchFamily="34" charset="0"/>
              </a:rPr>
              <a:t>ini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menunjukkan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kerangka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berpikir</a:t>
            </a:r>
            <a:r>
              <a:rPr lang="en-ID" sz="1600" dirty="0">
                <a:latin typeface="Aptos Narrow" panose="020B0004020202020204" pitchFamily="34" charset="0"/>
              </a:rPr>
              <a:t> (</a:t>
            </a:r>
            <a:r>
              <a:rPr lang="en-ID" sz="1600" dirty="0" err="1">
                <a:latin typeface="Aptos Narrow" panose="020B0004020202020204" pitchFamily="34" charset="0"/>
              </a:rPr>
              <a:t>metodologi</a:t>
            </a:r>
            <a:r>
              <a:rPr lang="en-ID" sz="1600" dirty="0">
                <a:latin typeface="Aptos Narrow" panose="020B0004020202020204" pitchFamily="34" charset="0"/>
              </a:rPr>
              <a:t>) </a:t>
            </a:r>
            <a:r>
              <a:rPr lang="en-ID" sz="1600" dirty="0" err="1">
                <a:latin typeface="Aptos Narrow" panose="020B0004020202020204" pitchFamily="34" charset="0"/>
              </a:rPr>
              <a:t>penelitian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dalam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merancang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sistem</a:t>
            </a:r>
            <a:r>
              <a:rPr lang="en-ID" sz="1600" dirty="0">
                <a:latin typeface="Aptos Narrow" panose="020B0004020202020204" pitchFamily="34" charset="0"/>
              </a:rPr>
              <a:t> monitoring </a:t>
            </a:r>
            <a:r>
              <a:rPr lang="en-ID" sz="1600" dirty="0" err="1">
                <a:latin typeface="Aptos Narrow" panose="020B0004020202020204" pitchFamily="34" charset="0"/>
              </a:rPr>
              <a:t>kesehatan</a:t>
            </a:r>
            <a:r>
              <a:rPr lang="en-ID" sz="1600" dirty="0">
                <a:latin typeface="Aptos Narrow" panose="020B0004020202020204" pitchFamily="34" charset="0"/>
              </a:rPr>
              <a:t> model </a:t>
            </a:r>
            <a:r>
              <a:rPr lang="en-ID" sz="1600" dirty="0" err="1">
                <a:latin typeface="Aptos Narrow" panose="020B0004020202020204" pitchFamily="34" charset="0"/>
              </a:rPr>
              <a:t>berbasis</a:t>
            </a:r>
            <a:r>
              <a:rPr lang="en-ID" sz="1600" dirty="0">
                <a:latin typeface="Aptos Narrow" panose="020B0004020202020204" pitchFamily="34" charset="0"/>
              </a:rPr>
              <a:t> multi-</a:t>
            </a:r>
            <a:r>
              <a:rPr lang="en-ID" sz="1600" dirty="0" err="1">
                <a:latin typeface="Aptos Narrow" panose="020B0004020202020204" pitchFamily="34" charset="0"/>
              </a:rPr>
              <a:t>metrik</a:t>
            </a:r>
            <a:r>
              <a:rPr lang="en-ID" sz="1600" dirty="0">
                <a:latin typeface="Aptos Narrow" panose="020B0004020202020204" pitchFamily="34" charset="0"/>
              </a:rPr>
              <a:t> di </a:t>
            </a:r>
            <a:r>
              <a:rPr lang="en-ID" sz="1600" dirty="0" err="1">
                <a:latin typeface="Aptos Narrow" panose="020B0004020202020204" pitchFamily="34" charset="0"/>
              </a:rPr>
              <a:t>lingkungan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produksi</a:t>
            </a:r>
            <a:r>
              <a:rPr lang="en-ID" sz="1600" dirty="0">
                <a:latin typeface="Aptos Narrow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736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00D1-0443-EB70-38B8-68EFAEA9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4E7A91-B31F-1A22-8F79-2EA57DEE7AD1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Definisi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Multi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Kriteria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204B31-754B-56F1-61A4-61E43D792316}"/>
              </a:ext>
            </a:extLst>
          </p:cNvPr>
          <p:cNvSpPr/>
          <p:nvPr/>
        </p:nvSpPr>
        <p:spPr>
          <a:xfrm>
            <a:off x="7694112" y="3497012"/>
            <a:ext cx="3535944" cy="10922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D" dirty="0">
                <a:latin typeface="Aptos Narrow" panose="020B0004020202020204" pitchFamily="34" charset="0"/>
              </a:rPr>
              <a:t>Data distribution → PSI, KL Divergence </a:t>
            </a:r>
          </a:p>
          <a:p>
            <a:pPr lvl="0"/>
            <a:r>
              <a:rPr lang="en-ID" dirty="0">
                <a:latin typeface="Aptos Narrow" panose="020B0004020202020204" pitchFamily="34" charset="0"/>
              </a:rPr>
              <a:t>➡️ </a:t>
            </a:r>
            <a:r>
              <a:rPr lang="en-ID" dirty="0" err="1">
                <a:latin typeface="Aptos Narrow" panose="020B0004020202020204" pitchFamily="34" charset="0"/>
              </a:rPr>
              <a:t>Mengukur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perubahan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distribusi</a:t>
            </a:r>
            <a:r>
              <a:rPr lang="en-ID" dirty="0">
                <a:latin typeface="Aptos Narrow" panose="020B0004020202020204" pitchFamily="34" charset="0"/>
              </a:rPr>
              <a:t> data &amp; output</a:t>
            </a:r>
            <a:endParaRPr lang="en-ID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062714-3BEF-D5CB-9ACD-B085823B1E8E}"/>
              </a:ext>
            </a:extLst>
          </p:cNvPr>
          <p:cNvSpPr/>
          <p:nvPr/>
        </p:nvSpPr>
        <p:spPr>
          <a:xfrm>
            <a:off x="4158168" y="4671171"/>
            <a:ext cx="3535944" cy="10922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D" dirty="0">
                <a:latin typeface="Aptos Narrow" panose="020B0004020202020204" pitchFamily="34" charset="0"/>
              </a:rPr>
              <a:t>Prediction </a:t>
            </a:r>
            <a:r>
              <a:rPr lang="en-ID" dirty="0" err="1">
                <a:latin typeface="Aptos Narrow" panose="020B0004020202020204" pitchFamily="34" charset="0"/>
              </a:rPr>
              <a:t>behavior</a:t>
            </a:r>
            <a:r>
              <a:rPr lang="en-ID" dirty="0">
                <a:latin typeface="Aptos Narrow" panose="020B0004020202020204" pitchFamily="34" charset="0"/>
              </a:rPr>
              <a:t> → Confidence Ratio, Class Shift</a:t>
            </a:r>
          </a:p>
          <a:p>
            <a:pPr lvl="0"/>
            <a:r>
              <a:rPr lang="en-ID" dirty="0">
                <a:latin typeface="Aptos Narrow" panose="020B0004020202020204" pitchFamily="34" charset="0"/>
              </a:rPr>
              <a:t>➡️ </a:t>
            </a:r>
            <a:r>
              <a:rPr lang="en-ID" dirty="0" err="1">
                <a:latin typeface="Aptos Narrow" panose="020B0004020202020204" pitchFamily="34" charset="0"/>
              </a:rPr>
              <a:t>Mengukur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stabilitas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perilaku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prediksi</a:t>
            </a:r>
            <a:r>
              <a:rPr lang="en-ID" dirty="0">
                <a:latin typeface="Aptos Narrow" panose="020B0004020202020204" pitchFamily="34" charset="0"/>
              </a:rPr>
              <a:t> model  </a:t>
            </a:r>
            <a:endParaRPr lang="en-ID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96161F-B603-0960-ACB7-A0B5E25891E6}"/>
              </a:ext>
            </a:extLst>
          </p:cNvPr>
          <p:cNvSpPr/>
          <p:nvPr/>
        </p:nvSpPr>
        <p:spPr>
          <a:xfrm>
            <a:off x="622223" y="3478388"/>
            <a:ext cx="3535945" cy="10922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D" dirty="0">
                <a:latin typeface="Aptos Narrow" panose="020B0004020202020204" pitchFamily="34" charset="0"/>
              </a:rPr>
              <a:t>Operational performance → Latency inference</a:t>
            </a:r>
          </a:p>
          <a:p>
            <a:pPr lvl="0"/>
            <a:r>
              <a:rPr lang="en-ID" dirty="0">
                <a:latin typeface="Aptos Narrow" panose="020B0004020202020204" pitchFamily="34" charset="0"/>
              </a:rPr>
              <a:t>➡️ </a:t>
            </a:r>
            <a:r>
              <a:rPr lang="en-ID" dirty="0" err="1">
                <a:latin typeface="Aptos Narrow" panose="020B0004020202020204" pitchFamily="34" charset="0"/>
              </a:rPr>
              <a:t>Mengukur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dampak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terhadap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performa</a:t>
            </a:r>
            <a:r>
              <a:rPr lang="en-ID" dirty="0">
                <a:latin typeface="Aptos Narrow" panose="020B0004020202020204" pitchFamily="34" charset="0"/>
              </a:rPr>
              <a:t> system</a:t>
            </a:r>
            <a:endParaRPr lang="en-ID" dirty="0"/>
          </a:p>
        </p:txBody>
      </p:sp>
      <p:grpSp>
        <p:nvGrpSpPr>
          <p:cNvPr id="65" name="Google Shape;1084;p37">
            <a:extLst>
              <a:ext uri="{FF2B5EF4-FFF2-40B4-BE49-F238E27FC236}">
                <a16:creationId xmlns:a16="http://schemas.microsoft.com/office/drawing/2014/main" id="{84553BEF-CCE1-B3A6-7B2F-552E18AEF523}"/>
              </a:ext>
            </a:extLst>
          </p:cNvPr>
          <p:cNvGrpSpPr/>
          <p:nvPr/>
        </p:nvGrpSpPr>
        <p:grpSpPr>
          <a:xfrm>
            <a:off x="-3312737" y="5580024"/>
            <a:ext cx="708370" cy="718853"/>
            <a:chOff x="1954741" y="3264020"/>
            <a:chExt cx="287001" cy="293067"/>
          </a:xfrm>
        </p:grpSpPr>
        <p:sp>
          <p:nvSpPr>
            <p:cNvPr id="67" name="Google Shape;1086;p37">
              <a:extLst>
                <a:ext uri="{FF2B5EF4-FFF2-40B4-BE49-F238E27FC236}">
                  <a16:creationId xmlns:a16="http://schemas.microsoft.com/office/drawing/2014/main" id="{AD95355B-A919-3476-2E82-C1744DED3188}"/>
                </a:ext>
              </a:extLst>
            </p:cNvPr>
            <p:cNvSpPr/>
            <p:nvPr/>
          </p:nvSpPr>
          <p:spPr>
            <a:xfrm>
              <a:off x="2127520" y="3279898"/>
              <a:ext cx="77546" cy="77546"/>
            </a:xfrm>
            <a:custGeom>
              <a:avLst/>
              <a:gdLst/>
              <a:ahLst/>
              <a:cxnLst/>
              <a:rect l="l" t="t" r="r" b="b"/>
              <a:pathLst>
                <a:path w="2442" h="2442" extrusionOk="0">
                  <a:moveTo>
                    <a:pt x="1239" y="846"/>
                  </a:moveTo>
                  <a:cubicBezTo>
                    <a:pt x="1334" y="989"/>
                    <a:pt x="1465" y="1108"/>
                    <a:pt x="1608" y="1215"/>
                  </a:cubicBezTo>
                  <a:cubicBezTo>
                    <a:pt x="1465" y="1310"/>
                    <a:pt x="1346" y="1441"/>
                    <a:pt x="1239" y="1584"/>
                  </a:cubicBezTo>
                  <a:cubicBezTo>
                    <a:pt x="1155" y="1441"/>
                    <a:pt x="1013" y="1322"/>
                    <a:pt x="870" y="1215"/>
                  </a:cubicBezTo>
                  <a:cubicBezTo>
                    <a:pt x="1013" y="1108"/>
                    <a:pt x="1155" y="989"/>
                    <a:pt x="1239" y="846"/>
                  </a:cubicBezTo>
                  <a:close/>
                  <a:moveTo>
                    <a:pt x="1227" y="1"/>
                  </a:moveTo>
                  <a:cubicBezTo>
                    <a:pt x="1120" y="1"/>
                    <a:pt x="1036" y="84"/>
                    <a:pt x="1036" y="191"/>
                  </a:cubicBezTo>
                  <a:cubicBezTo>
                    <a:pt x="1036" y="656"/>
                    <a:pt x="655" y="1025"/>
                    <a:pt x="203" y="1025"/>
                  </a:cubicBezTo>
                  <a:cubicBezTo>
                    <a:pt x="96" y="1025"/>
                    <a:pt x="1" y="1108"/>
                    <a:pt x="1" y="1215"/>
                  </a:cubicBezTo>
                  <a:cubicBezTo>
                    <a:pt x="1" y="1322"/>
                    <a:pt x="96" y="1406"/>
                    <a:pt x="203" y="1406"/>
                  </a:cubicBezTo>
                  <a:cubicBezTo>
                    <a:pt x="655" y="1406"/>
                    <a:pt x="1036" y="1787"/>
                    <a:pt x="1036" y="2239"/>
                  </a:cubicBezTo>
                  <a:cubicBezTo>
                    <a:pt x="1036" y="2346"/>
                    <a:pt x="1120" y="2442"/>
                    <a:pt x="1227" y="2442"/>
                  </a:cubicBezTo>
                  <a:cubicBezTo>
                    <a:pt x="1334" y="2442"/>
                    <a:pt x="1417" y="2346"/>
                    <a:pt x="1417" y="2239"/>
                  </a:cubicBezTo>
                  <a:cubicBezTo>
                    <a:pt x="1417" y="1787"/>
                    <a:pt x="1786" y="1406"/>
                    <a:pt x="2251" y="1406"/>
                  </a:cubicBezTo>
                  <a:cubicBezTo>
                    <a:pt x="2358" y="1406"/>
                    <a:pt x="2441" y="1322"/>
                    <a:pt x="2441" y="1215"/>
                  </a:cubicBezTo>
                  <a:cubicBezTo>
                    <a:pt x="2441" y="1108"/>
                    <a:pt x="2358" y="1025"/>
                    <a:pt x="2251" y="1025"/>
                  </a:cubicBezTo>
                  <a:cubicBezTo>
                    <a:pt x="1786" y="1025"/>
                    <a:pt x="1417" y="656"/>
                    <a:pt x="1417" y="191"/>
                  </a:cubicBezTo>
                  <a:cubicBezTo>
                    <a:pt x="1417" y="84"/>
                    <a:pt x="1334" y="1"/>
                    <a:pt x="1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087;p37">
              <a:extLst>
                <a:ext uri="{FF2B5EF4-FFF2-40B4-BE49-F238E27FC236}">
                  <a16:creationId xmlns:a16="http://schemas.microsoft.com/office/drawing/2014/main" id="{77EAD67D-9C41-D5FE-344E-C411D9F5702F}"/>
                </a:ext>
              </a:extLst>
            </p:cNvPr>
            <p:cNvSpPr/>
            <p:nvPr/>
          </p:nvSpPr>
          <p:spPr>
            <a:xfrm>
              <a:off x="2202747" y="3365732"/>
              <a:ext cx="38995" cy="38963"/>
            </a:xfrm>
            <a:custGeom>
              <a:avLst/>
              <a:gdLst/>
              <a:ahLst/>
              <a:cxnLst/>
              <a:rect l="l" t="t" r="r" b="b"/>
              <a:pathLst>
                <a:path w="1228" h="1227" extrusionOk="0">
                  <a:moveTo>
                    <a:pt x="608" y="405"/>
                  </a:moveTo>
                  <a:cubicBezTo>
                    <a:pt x="727" y="405"/>
                    <a:pt x="834" y="512"/>
                    <a:pt x="834" y="632"/>
                  </a:cubicBezTo>
                  <a:cubicBezTo>
                    <a:pt x="834" y="739"/>
                    <a:pt x="727" y="846"/>
                    <a:pt x="608" y="846"/>
                  </a:cubicBezTo>
                  <a:cubicBezTo>
                    <a:pt x="489" y="846"/>
                    <a:pt x="394" y="739"/>
                    <a:pt x="394" y="632"/>
                  </a:cubicBezTo>
                  <a:cubicBezTo>
                    <a:pt x="394" y="489"/>
                    <a:pt x="489" y="405"/>
                    <a:pt x="608" y="405"/>
                  </a:cubicBezTo>
                  <a:close/>
                  <a:moveTo>
                    <a:pt x="608" y="0"/>
                  </a:moveTo>
                  <a:cubicBezTo>
                    <a:pt x="275" y="0"/>
                    <a:pt x="1" y="262"/>
                    <a:pt x="1" y="608"/>
                  </a:cubicBezTo>
                  <a:cubicBezTo>
                    <a:pt x="1" y="953"/>
                    <a:pt x="275" y="1227"/>
                    <a:pt x="608" y="1227"/>
                  </a:cubicBezTo>
                  <a:cubicBezTo>
                    <a:pt x="953" y="1227"/>
                    <a:pt x="1227" y="953"/>
                    <a:pt x="1227" y="608"/>
                  </a:cubicBezTo>
                  <a:cubicBezTo>
                    <a:pt x="1227" y="274"/>
                    <a:pt x="953" y="0"/>
                    <a:pt x="6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088;p37">
              <a:extLst>
                <a:ext uri="{FF2B5EF4-FFF2-40B4-BE49-F238E27FC236}">
                  <a16:creationId xmlns:a16="http://schemas.microsoft.com/office/drawing/2014/main" id="{B5DDE8AA-D94F-A20B-4946-D572A4901D5C}"/>
                </a:ext>
              </a:extLst>
            </p:cNvPr>
            <p:cNvSpPr/>
            <p:nvPr/>
          </p:nvSpPr>
          <p:spPr>
            <a:xfrm>
              <a:off x="1964553" y="3518473"/>
              <a:ext cx="38995" cy="38614"/>
            </a:xfrm>
            <a:custGeom>
              <a:avLst/>
              <a:gdLst/>
              <a:ahLst/>
              <a:cxnLst/>
              <a:rect l="l" t="t" r="r" b="b"/>
              <a:pathLst>
                <a:path w="1228" h="1216" extrusionOk="0">
                  <a:moveTo>
                    <a:pt x="608" y="382"/>
                  </a:moveTo>
                  <a:cubicBezTo>
                    <a:pt x="727" y="382"/>
                    <a:pt x="834" y="489"/>
                    <a:pt x="834" y="608"/>
                  </a:cubicBezTo>
                  <a:cubicBezTo>
                    <a:pt x="822" y="727"/>
                    <a:pt x="727" y="834"/>
                    <a:pt x="608" y="834"/>
                  </a:cubicBezTo>
                  <a:cubicBezTo>
                    <a:pt x="489" y="834"/>
                    <a:pt x="394" y="727"/>
                    <a:pt x="394" y="608"/>
                  </a:cubicBezTo>
                  <a:cubicBezTo>
                    <a:pt x="394" y="489"/>
                    <a:pt x="489" y="382"/>
                    <a:pt x="608" y="382"/>
                  </a:cubicBezTo>
                  <a:close/>
                  <a:moveTo>
                    <a:pt x="608" y="1"/>
                  </a:moveTo>
                  <a:cubicBezTo>
                    <a:pt x="275" y="1"/>
                    <a:pt x="1" y="263"/>
                    <a:pt x="1" y="608"/>
                  </a:cubicBezTo>
                  <a:cubicBezTo>
                    <a:pt x="1" y="953"/>
                    <a:pt x="275" y="1215"/>
                    <a:pt x="608" y="1215"/>
                  </a:cubicBezTo>
                  <a:cubicBezTo>
                    <a:pt x="953" y="1215"/>
                    <a:pt x="1227" y="953"/>
                    <a:pt x="1227" y="608"/>
                  </a:cubicBezTo>
                  <a:cubicBezTo>
                    <a:pt x="1227" y="263"/>
                    <a:pt x="942" y="1"/>
                    <a:pt x="6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089;p37">
              <a:extLst>
                <a:ext uri="{FF2B5EF4-FFF2-40B4-BE49-F238E27FC236}">
                  <a16:creationId xmlns:a16="http://schemas.microsoft.com/office/drawing/2014/main" id="{71E66672-8687-CD2C-86F7-CA744A2863FE}"/>
                </a:ext>
              </a:extLst>
            </p:cNvPr>
            <p:cNvSpPr/>
            <p:nvPr/>
          </p:nvSpPr>
          <p:spPr>
            <a:xfrm>
              <a:off x="2158894" y="3385007"/>
              <a:ext cx="15909" cy="16290"/>
            </a:xfrm>
            <a:custGeom>
              <a:avLst/>
              <a:gdLst/>
              <a:ahLst/>
              <a:cxnLst/>
              <a:rect l="l" t="t" r="r" b="b"/>
              <a:pathLst>
                <a:path w="501" h="513" extrusionOk="0">
                  <a:moveTo>
                    <a:pt x="251" y="1"/>
                  </a:moveTo>
                  <a:cubicBezTo>
                    <a:pt x="108" y="1"/>
                    <a:pt x="1" y="120"/>
                    <a:pt x="1" y="263"/>
                  </a:cubicBezTo>
                  <a:cubicBezTo>
                    <a:pt x="1" y="394"/>
                    <a:pt x="108" y="513"/>
                    <a:pt x="251" y="513"/>
                  </a:cubicBezTo>
                  <a:cubicBezTo>
                    <a:pt x="394" y="513"/>
                    <a:pt x="501" y="394"/>
                    <a:pt x="501" y="263"/>
                  </a:cubicBezTo>
                  <a:cubicBezTo>
                    <a:pt x="501" y="120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090;p37">
              <a:extLst>
                <a:ext uri="{FF2B5EF4-FFF2-40B4-BE49-F238E27FC236}">
                  <a16:creationId xmlns:a16="http://schemas.microsoft.com/office/drawing/2014/main" id="{ED034C3C-D240-E5A1-A221-C92874D74B5E}"/>
                </a:ext>
              </a:extLst>
            </p:cNvPr>
            <p:cNvSpPr/>
            <p:nvPr/>
          </p:nvSpPr>
          <p:spPr>
            <a:xfrm>
              <a:off x="1954741" y="3478779"/>
              <a:ext cx="15909" cy="15909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08" y="0"/>
                    <a:pt x="0" y="108"/>
                    <a:pt x="0" y="250"/>
                  </a:cubicBezTo>
                  <a:cubicBezTo>
                    <a:pt x="0" y="393"/>
                    <a:pt x="108" y="501"/>
                    <a:pt x="250" y="501"/>
                  </a:cubicBezTo>
                  <a:cubicBezTo>
                    <a:pt x="393" y="501"/>
                    <a:pt x="500" y="393"/>
                    <a:pt x="500" y="250"/>
                  </a:cubicBezTo>
                  <a:cubicBezTo>
                    <a:pt x="500" y="108"/>
                    <a:pt x="393" y="0"/>
                    <a:pt x="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091;p37">
              <a:extLst>
                <a:ext uri="{FF2B5EF4-FFF2-40B4-BE49-F238E27FC236}">
                  <a16:creationId xmlns:a16="http://schemas.microsoft.com/office/drawing/2014/main" id="{3653AB48-4A91-D898-9DA6-EF23F6E4B1E7}"/>
                </a:ext>
              </a:extLst>
            </p:cNvPr>
            <p:cNvSpPr/>
            <p:nvPr/>
          </p:nvSpPr>
          <p:spPr>
            <a:xfrm>
              <a:off x="2208813" y="3264020"/>
              <a:ext cx="16290" cy="16290"/>
            </a:xfrm>
            <a:custGeom>
              <a:avLst/>
              <a:gdLst/>
              <a:ahLst/>
              <a:cxnLst/>
              <a:rect l="l" t="t" r="r" b="b"/>
              <a:pathLst>
                <a:path w="513" h="513" extrusionOk="0">
                  <a:moveTo>
                    <a:pt x="250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394"/>
                    <a:pt x="119" y="513"/>
                    <a:pt x="250" y="513"/>
                  </a:cubicBezTo>
                  <a:cubicBezTo>
                    <a:pt x="393" y="513"/>
                    <a:pt x="512" y="394"/>
                    <a:pt x="512" y="263"/>
                  </a:cubicBezTo>
                  <a:cubicBezTo>
                    <a:pt x="512" y="120"/>
                    <a:pt x="393" y="1"/>
                    <a:pt x="2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1096;p37">
            <a:extLst>
              <a:ext uri="{FF2B5EF4-FFF2-40B4-BE49-F238E27FC236}">
                <a16:creationId xmlns:a16="http://schemas.microsoft.com/office/drawing/2014/main" id="{EE71041B-79BE-56CC-4B2D-50CAE48519B8}"/>
              </a:ext>
            </a:extLst>
          </p:cNvPr>
          <p:cNvSpPr txBox="1"/>
          <p:nvPr/>
        </p:nvSpPr>
        <p:spPr>
          <a:xfrm>
            <a:off x="393280" y="1041718"/>
            <a:ext cx="9139941" cy="111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sz="2000" dirty="0" err="1">
                <a:latin typeface="Aptos Narrow" panose="020B0004020202020204" pitchFamily="34" charset="0"/>
              </a:rPr>
              <a:t>Degradasi</a:t>
            </a:r>
            <a:r>
              <a:rPr lang="en-ID" sz="2000" dirty="0">
                <a:latin typeface="Aptos Narrow" panose="020B0004020202020204" pitchFamily="34" charset="0"/>
              </a:rPr>
              <a:t> model di </a:t>
            </a:r>
            <a:r>
              <a:rPr lang="en-ID" sz="2000" dirty="0" err="1">
                <a:latin typeface="Aptos Narrow" panose="020B0004020202020204" pitchFamily="34" charset="0"/>
              </a:rPr>
              <a:t>lingkungan</a:t>
            </a:r>
            <a:r>
              <a:rPr lang="en-ID" sz="2000" dirty="0">
                <a:latin typeface="Aptos Narrow" panose="020B0004020202020204" pitchFamily="34" charset="0"/>
              </a:rPr>
              <a:t> </a:t>
            </a:r>
            <a:r>
              <a:rPr lang="en-ID" sz="2000" dirty="0" err="1">
                <a:latin typeface="Aptos Narrow" panose="020B0004020202020204" pitchFamily="34" charset="0"/>
              </a:rPr>
              <a:t>produksi</a:t>
            </a:r>
            <a:r>
              <a:rPr lang="en-ID" sz="2000" dirty="0">
                <a:latin typeface="Aptos Narrow" panose="020B0004020202020204" pitchFamily="34" charset="0"/>
              </a:rPr>
              <a:t> </a:t>
            </a:r>
            <a:r>
              <a:rPr lang="en-ID" sz="2000" dirty="0" err="1">
                <a:latin typeface="Aptos Narrow" panose="020B0004020202020204" pitchFamily="34" charset="0"/>
              </a:rPr>
              <a:t>bersifat</a:t>
            </a:r>
            <a:r>
              <a:rPr lang="en-ID" sz="2000" dirty="0">
                <a:latin typeface="Aptos Narrow" panose="020B0004020202020204" pitchFamily="34" charset="0"/>
              </a:rPr>
              <a:t> multi-dimensional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sz="2000" dirty="0" err="1">
                <a:latin typeface="Aptos Narrow" panose="020B0004020202020204" pitchFamily="34" charset="0"/>
              </a:rPr>
              <a:t>Perubahan</a:t>
            </a:r>
            <a:r>
              <a:rPr lang="en-ID" sz="2000" dirty="0">
                <a:latin typeface="Aptos Narrow" panose="020B0004020202020204" pitchFamily="34" charset="0"/>
              </a:rPr>
              <a:t> </a:t>
            </a:r>
            <a:r>
              <a:rPr lang="en-ID" sz="2000" dirty="0" err="1">
                <a:latin typeface="Aptos Narrow" panose="020B0004020202020204" pitchFamily="34" charset="0"/>
              </a:rPr>
              <a:t>performa</a:t>
            </a:r>
            <a:r>
              <a:rPr lang="en-ID" sz="2000" dirty="0">
                <a:latin typeface="Aptos Narrow" panose="020B0004020202020204" pitchFamily="34" charset="0"/>
              </a:rPr>
              <a:t> model </a:t>
            </a:r>
            <a:r>
              <a:rPr lang="en-ID" sz="2000" dirty="0" err="1">
                <a:latin typeface="Aptos Narrow" panose="020B0004020202020204" pitchFamily="34" charset="0"/>
              </a:rPr>
              <a:t>tidak</a:t>
            </a:r>
            <a:r>
              <a:rPr lang="en-ID" sz="2000" dirty="0">
                <a:latin typeface="Aptos Narrow" panose="020B0004020202020204" pitchFamily="34" charset="0"/>
              </a:rPr>
              <a:t> </a:t>
            </a:r>
            <a:r>
              <a:rPr lang="en-ID" sz="2000" dirty="0" err="1">
                <a:latin typeface="Aptos Narrow" panose="020B0004020202020204" pitchFamily="34" charset="0"/>
              </a:rPr>
              <a:t>selalu</a:t>
            </a:r>
            <a:r>
              <a:rPr lang="en-ID" sz="2000" dirty="0">
                <a:latin typeface="Aptos Narrow" panose="020B0004020202020204" pitchFamily="34" charset="0"/>
              </a:rPr>
              <a:t> </a:t>
            </a:r>
            <a:r>
              <a:rPr lang="en-ID" sz="2000" dirty="0" err="1">
                <a:latin typeface="Aptos Narrow" panose="020B0004020202020204" pitchFamily="34" charset="0"/>
              </a:rPr>
              <a:t>tercermin</a:t>
            </a:r>
            <a:r>
              <a:rPr lang="en-ID" sz="2000" dirty="0">
                <a:latin typeface="Aptos Narrow" panose="020B0004020202020204" pitchFamily="34" charset="0"/>
              </a:rPr>
              <a:t> oleh </a:t>
            </a:r>
            <a:r>
              <a:rPr lang="en-ID" sz="2000" dirty="0" err="1">
                <a:latin typeface="Aptos Narrow" panose="020B0004020202020204" pitchFamily="34" charset="0"/>
              </a:rPr>
              <a:t>satu</a:t>
            </a:r>
            <a:r>
              <a:rPr lang="en-ID" sz="2000" dirty="0">
                <a:latin typeface="Aptos Narrow" panose="020B0004020202020204" pitchFamily="34" charset="0"/>
              </a:rPr>
              <a:t> </a:t>
            </a:r>
            <a:r>
              <a:rPr lang="en-ID" sz="2000" dirty="0" err="1">
                <a:latin typeface="Aptos Narrow" panose="020B0004020202020204" pitchFamily="34" charset="0"/>
              </a:rPr>
              <a:t>metrik</a:t>
            </a:r>
            <a:endParaRPr sz="2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0DC477D-A5C8-C83D-D040-AA968EA6B401}"/>
              </a:ext>
            </a:extLst>
          </p:cNvPr>
          <p:cNvSpPr/>
          <p:nvPr/>
        </p:nvSpPr>
        <p:spPr>
          <a:xfrm>
            <a:off x="4158168" y="2102596"/>
            <a:ext cx="3535944" cy="5461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D" dirty="0">
                <a:latin typeface="Aptos Narrow" panose="020B0004020202020204" pitchFamily="34" charset="0"/>
              </a:rPr>
              <a:t>Composite Health Score</a:t>
            </a:r>
          </a:p>
          <a:p>
            <a:pPr lvl="0" algn="ctr"/>
            <a:r>
              <a:rPr lang="en-ID" dirty="0"/>
              <a:t>(WSM Aggregation)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71ABB068-4050-20D6-5A1C-49C30787C46F}"/>
              </a:ext>
            </a:extLst>
          </p:cNvPr>
          <p:cNvCxnSpPr>
            <a:cxnSpLocks/>
            <a:stCxn id="84" idx="2"/>
            <a:endCxn id="16" idx="0"/>
          </p:cNvCxnSpPr>
          <p:nvPr/>
        </p:nvCxnSpPr>
        <p:spPr>
          <a:xfrm rot="5400000">
            <a:off x="3743322" y="1295570"/>
            <a:ext cx="829692" cy="35359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3B064E15-7F39-7484-F868-CA943E14BBAA}"/>
              </a:ext>
            </a:extLst>
          </p:cNvPr>
          <p:cNvCxnSpPr>
            <a:cxnSpLocks/>
            <a:stCxn id="84" idx="2"/>
            <a:endCxn id="14" idx="0"/>
          </p:cNvCxnSpPr>
          <p:nvPr/>
        </p:nvCxnSpPr>
        <p:spPr>
          <a:xfrm rot="16200000" flipH="1">
            <a:off x="7269954" y="1304882"/>
            <a:ext cx="848316" cy="3535944"/>
          </a:xfrm>
          <a:prstGeom prst="bentConnector3">
            <a:avLst>
              <a:gd name="adj1" fmla="val 488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1CBB554-67AB-8755-C140-C599EC40A9CA}"/>
              </a:ext>
            </a:extLst>
          </p:cNvPr>
          <p:cNvCxnSpPr>
            <a:cxnSpLocks/>
            <a:stCxn id="84" idx="2"/>
            <a:endCxn id="15" idx="0"/>
          </p:cNvCxnSpPr>
          <p:nvPr/>
        </p:nvCxnSpPr>
        <p:spPr>
          <a:xfrm>
            <a:off x="5926140" y="2648696"/>
            <a:ext cx="0" cy="2022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Google Shape;1097;p37">
            <a:extLst>
              <a:ext uri="{FF2B5EF4-FFF2-40B4-BE49-F238E27FC236}">
                <a16:creationId xmlns:a16="http://schemas.microsoft.com/office/drawing/2014/main" id="{07114A2D-A638-0DDF-57FD-1D1F20259B6D}"/>
              </a:ext>
            </a:extLst>
          </p:cNvPr>
          <p:cNvSpPr txBox="1"/>
          <p:nvPr/>
        </p:nvSpPr>
        <p:spPr>
          <a:xfrm>
            <a:off x="393280" y="694661"/>
            <a:ext cx="7530224" cy="83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  <a:r>
              <a:rPr lang="en-ID" sz="2000" u="sng" dirty="0" err="1">
                <a:latin typeface="Aptos Narrow" panose="020B0004020202020204" pitchFamily="34" charset="0"/>
              </a:rPr>
              <a:t>Definisi</a:t>
            </a:r>
            <a:r>
              <a:rPr lang="en-ID" sz="2000" u="sng" dirty="0">
                <a:latin typeface="Aptos Narrow" panose="020B0004020202020204" pitchFamily="34" charset="0"/>
              </a:rPr>
              <a:t> </a:t>
            </a:r>
            <a:r>
              <a:rPr lang="en-ID" sz="2000" u="sng" dirty="0" err="1">
                <a:latin typeface="Aptos Narrow" panose="020B0004020202020204" pitchFamily="34" charset="0"/>
              </a:rPr>
              <a:t>Pendekatan</a:t>
            </a:r>
            <a:r>
              <a:rPr lang="en-ID" sz="2000" u="sng" dirty="0">
                <a:latin typeface="Aptos Narrow" panose="020B0004020202020204" pitchFamily="34" charset="0"/>
              </a:rPr>
              <a:t> Multi-</a:t>
            </a:r>
            <a:r>
              <a:rPr lang="en-ID" sz="2000" u="sng" dirty="0" err="1">
                <a:latin typeface="Aptos Narrow" panose="020B0004020202020204" pitchFamily="34" charset="0"/>
              </a:rPr>
              <a:t>Kriteria</a:t>
            </a:r>
            <a:endParaRPr lang="en-ID" sz="2000" u="sng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54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A24A-3E64-4C80-8F63-56225EFE0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252212-3A0E-FCF0-11E1-AD916139C43E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Hipotesis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8B789-CCD2-0247-9C2F-71948CF49CA6}"/>
              </a:ext>
            </a:extLst>
          </p:cNvPr>
          <p:cNvSpPr txBox="1"/>
          <p:nvPr/>
        </p:nvSpPr>
        <p:spPr>
          <a:xfrm>
            <a:off x="393280" y="977116"/>
            <a:ext cx="10712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 err="1"/>
              <a:t>Hipotesis</a:t>
            </a:r>
            <a:r>
              <a:rPr lang="en-ID" b="1" dirty="0"/>
              <a:t> Utama</a:t>
            </a:r>
          </a:p>
          <a:p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7DC8B7-AB0B-70DA-4453-93C615886D59}"/>
              </a:ext>
            </a:extLst>
          </p:cNvPr>
          <p:cNvSpPr/>
          <p:nvPr/>
        </p:nvSpPr>
        <p:spPr>
          <a:xfrm>
            <a:off x="531497" y="1504034"/>
            <a:ext cx="92286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50A27-9938-D4BB-0E8A-14B253EE065B}"/>
              </a:ext>
            </a:extLst>
          </p:cNvPr>
          <p:cNvSpPr txBox="1"/>
          <p:nvPr/>
        </p:nvSpPr>
        <p:spPr>
          <a:xfrm>
            <a:off x="761998" y="3830081"/>
            <a:ext cx="9956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Aptos Narrow" panose="020B0004020202020204" pitchFamily="34" charset="0"/>
              </a:rPr>
              <a:t>H3 – </a:t>
            </a:r>
            <a:r>
              <a:rPr lang="en-ID" b="1" dirty="0" err="1">
                <a:latin typeface="Aptos Narrow" panose="020B0004020202020204" pitchFamily="34" charset="0"/>
              </a:rPr>
              <a:t>Relevansi</a:t>
            </a:r>
            <a:r>
              <a:rPr lang="en-ID" b="1" dirty="0">
                <a:latin typeface="Aptos Narrow" panose="020B0004020202020204" pitchFamily="34" charset="0"/>
              </a:rPr>
              <a:t> </a:t>
            </a:r>
            <a:r>
              <a:rPr lang="en-ID" b="1" dirty="0" err="1">
                <a:latin typeface="Aptos Narrow" panose="020B0004020202020204" pitchFamily="34" charset="0"/>
              </a:rPr>
              <a:t>Operasional</a:t>
            </a:r>
            <a:endParaRPr lang="en-ID" dirty="0">
              <a:latin typeface="Aptos Narrow" panose="020B0004020202020204" pitchFamily="34" charset="0"/>
            </a:endParaRPr>
          </a:p>
          <a:p>
            <a:r>
              <a:rPr lang="en-ID" dirty="0">
                <a:latin typeface="Aptos Narrow" panose="020B0004020202020204" pitchFamily="34" charset="0"/>
              </a:rPr>
              <a:t>Composite Health Score </a:t>
            </a:r>
            <a:r>
              <a:rPr lang="en-ID" dirty="0" err="1">
                <a:latin typeface="Aptos Narrow" panose="020B0004020202020204" pitchFamily="34" charset="0"/>
              </a:rPr>
              <a:t>berbasis</a:t>
            </a:r>
            <a:r>
              <a:rPr lang="en-ID" dirty="0">
                <a:latin typeface="Aptos Narrow" panose="020B0004020202020204" pitchFamily="34" charset="0"/>
              </a:rPr>
              <a:t> multi-</a:t>
            </a:r>
            <a:r>
              <a:rPr lang="en-ID" dirty="0" err="1">
                <a:latin typeface="Aptos Narrow" panose="020B0004020202020204" pitchFamily="34" charset="0"/>
              </a:rPr>
              <a:t>kriteria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lebih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relevan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untuk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mendukung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pengambilan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keputusan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operasional</a:t>
            </a:r>
            <a:r>
              <a:rPr lang="en-ID" dirty="0">
                <a:latin typeface="Aptos Narrow" panose="020B0004020202020204" pitchFamily="34" charset="0"/>
              </a:rPr>
              <a:t> (healthy, degraded, critical) </a:t>
            </a:r>
            <a:r>
              <a:rPr lang="en-ID" dirty="0" err="1">
                <a:latin typeface="Aptos Narrow" panose="020B0004020202020204" pitchFamily="34" charset="0"/>
              </a:rPr>
              <a:t>dibandingkan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evaluasi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 individual.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ACFF6-62E5-401E-D4CD-90B6746B1143}"/>
              </a:ext>
            </a:extLst>
          </p:cNvPr>
          <p:cNvSpPr txBox="1"/>
          <p:nvPr/>
        </p:nvSpPr>
        <p:spPr>
          <a:xfrm>
            <a:off x="761999" y="1385269"/>
            <a:ext cx="103441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Aptos Narrow" panose="020B0004020202020204" pitchFamily="34" charset="0"/>
              </a:rPr>
              <a:t>H1 – </a:t>
            </a:r>
            <a:r>
              <a:rPr lang="en-ID" b="1" dirty="0" err="1">
                <a:latin typeface="Aptos Narrow" panose="020B0004020202020204" pitchFamily="34" charset="0"/>
              </a:rPr>
              <a:t>Sensitivitas</a:t>
            </a:r>
            <a:r>
              <a:rPr lang="en-ID" b="1" dirty="0">
                <a:latin typeface="Aptos Narrow" panose="020B0004020202020204" pitchFamily="34" charset="0"/>
              </a:rPr>
              <a:t> </a:t>
            </a:r>
            <a:r>
              <a:rPr lang="en-ID" b="1" dirty="0" err="1">
                <a:latin typeface="Aptos Narrow" panose="020B0004020202020204" pitchFamily="34" charset="0"/>
              </a:rPr>
              <a:t>Deteksi</a:t>
            </a:r>
            <a:endParaRPr lang="en-ID" dirty="0">
              <a:latin typeface="Aptos Narrow" panose="020B0004020202020204" pitchFamily="34" charset="0"/>
            </a:endParaRPr>
          </a:p>
          <a:p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monitoring </a:t>
            </a:r>
            <a:r>
              <a:rPr lang="en-ID" dirty="0" err="1">
                <a:latin typeface="Aptos Narrow" panose="020B0004020202020204" pitchFamily="34" charset="0"/>
              </a:rPr>
              <a:t>berbasis</a:t>
            </a:r>
            <a:r>
              <a:rPr lang="en-ID" dirty="0">
                <a:latin typeface="Aptos Narrow" panose="020B0004020202020204" pitchFamily="34" charset="0"/>
              </a:rPr>
              <a:t> multi-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mampu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mendeteksi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model </a:t>
            </a:r>
            <a:r>
              <a:rPr lang="en-ID" dirty="0" err="1">
                <a:latin typeface="Aptos Narrow" panose="020B0004020202020204" pitchFamily="34" charset="0"/>
              </a:rPr>
              <a:t>lebih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dini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dibandingkan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single-metric </a:t>
            </a:r>
            <a:r>
              <a:rPr lang="en-ID" dirty="0" err="1">
                <a:latin typeface="Aptos Narrow" panose="020B0004020202020204" pitchFamily="34" charset="0"/>
              </a:rPr>
              <a:t>berbasis</a:t>
            </a:r>
            <a:r>
              <a:rPr lang="en-ID" dirty="0">
                <a:latin typeface="Aptos Narrow" panose="020B0004020202020204" pitchFamily="34" charset="0"/>
              </a:rPr>
              <a:t> PSI.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8E4E4-CE4E-BBAC-F8E0-3C18A32F1D0D}"/>
              </a:ext>
            </a:extLst>
          </p:cNvPr>
          <p:cNvSpPr txBox="1"/>
          <p:nvPr/>
        </p:nvSpPr>
        <p:spPr>
          <a:xfrm>
            <a:off x="761998" y="2607675"/>
            <a:ext cx="92456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Aptos Narrow" panose="020B0004020202020204" pitchFamily="34" charset="0"/>
              </a:rPr>
              <a:t>H2 – </a:t>
            </a:r>
            <a:r>
              <a:rPr lang="en-ID" b="1" dirty="0" err="1">
                <a:latin typeface="Aptos Narrow" panose="020B0004020202020204" pitchFamily="34" charset="0"/>
              </a:rPr>
              <a:t>Stabilitas</a:t>
            </a:r>
            <a:r>
              <a:rPr lang="en-ID" b="1" dirty="0">
                <a:latin typeface="Aptos Narrow" panose="020B0004020202020204" pitchFamily="34" charset="0"/>
              </a:rPr>
              <a:t> </a:t>
            </a:r>
            <a:r>
              <a:rPr lang="en-ID" b="1" dirty="0" err="1">
                <a:latin typeface="Aptos Narrow" panose="020B0004020202020204" pitchFamily="34" charset="0"/>
              </a:rPr>
              <a:t>Sinyal</a:t>
            </a:r>
            <a:endParaRPr lang="en-ID" b="1" dirty="0">
              <a:latin typeface="Aptos Narrow" panose="020B0004020202020204" pitchFamily="34" charset="0"/>
            </a:endParaRPr>
          </a:p>
          <a:p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multi-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menghasilkan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sinyal</a:t>
            </a:r>
            <a:r>
              <a:rPr lang="en-ID" dirty="0">
                <a:latin typeface="Aptos Narrow" panose="020B0004020202020204" pitchFamily="34" charset="0"/>
              </a:rPr>
              <a:t> monitoring yang </a:t>
            </a:r>
            <a:r>
              <a:rPr lang="en-ID" dirty="0" err="1">
                <a:latin typeface="Aptos Narrow" panose="020B0004020202020204" pitchFamily="34" charset="0"/>
              </a:rPr>
              <a:t>lebih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stabil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terhadap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fluktuasi</a:t>
            </a:r>
            <a:r>
              <a:rPr lang="en-ID" dirty="0">
                <a:latin typeface="Aptos Narrow" panose="020B0004020202020204" pitchFamily="34" charset="0"/>
              </a:rPr>
              <a:t> dan noise </a:t>
            </a:r>
            <a:r>
              <a:rPr lang="en-ID" dirty="0" err="1">
                <a:latin typeface="Aptos Narrow" panose="020B0004020202020204" pitchFamily="34" charset="0"/>
              </a:rPr>
              <a:t>dibandingkan</a:t>
            </a:r>
            <a:r>
              <a:rPr lang="en-ID" dirty="0">
                <a:latin typeface="Aptos Narrow" panose="020B0004020202020204" pitchFamily="34" charset="0"/>
              </a:rPr>
              <a:t> single-metric monitoring.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C56326-3687-76A1-1F9B-43E27E1F849B}"/>
              </a:ext>
            </a:extLst>
          </p:cNvPr>
          <p:cNvSpPr/>
          <p:nvPr/>
        </p:nvSpPr>
        <p:spPr>
          <a:xfrm>
            <a:off x="531497" y="2716752"/>
            <a:ext cx="92286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1257C2-8EDB-0849-62F1-3E4E0B8C9D4D}"/>
              </a:ext>
            </a:extLst>
          </p:cNvPr>
          <p:cNvSpPr/>
          <p:nvPr/>
        </p:nvSpPr>
        <p:spPr>
          <a:xfrm>
            <a:off x="531497" y="3979222"/>
            <a:ext cx="92286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9960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E90F-9B9D-3331-EC31-36A0D4BD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E2248B-377D-B831-8A24-A065B35AFEC3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Eksperimen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Hasil – Dataset and Model Baseline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873233-60E7-5FBD-C597-F0CA69E2F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63433"/>
              </p:ext>
            </p:extLst>
          </p:nvPr>
        </p:nvGraphicFramePr>
        <p:xfrm>
          <a:off x="687659" y="3197148"/>
          <a:ext cx="3979592" cy="2859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6195">
                  <a:extLst>
                    <a:ext uri="{9D8B030D-6E8A-4147-A177-3AD203B41FA5}">
                      <a16:colId xmlns:a16="http://schemas.microsoft.com/office/drawing/2014/main" val="3635229001"/>
                    </a:ext>
                  </a:extLst>
                </a:gridCol>
                <a:gridCol w="914847">
                  <a:extLst>
                    <a:ext uri="{9D8B030D-6E8A-4147-A177-3AD203B41FA5}">
                      <a16:colId xmlns:a16="http://schemas.microsoft.com/office/drawing/2014/main" val="2903948651"/>
                    </a:ext>
                  </a:extLst>
                </a:gridCol>
                <a:gridCol w="1718550">
                  <a:extLst>
                    <a:ext uri="{9D8B030D-6E8A-4147-A177-3AD203B41FA5}">
                      <a16:colId xmlns:a16="http://schemas.microsoft.com/office/drawing/2014/main" val="4205842606"/>
                    </a:ext>
                  </a:extLst>
                </a:gridCol>
              </a:tblGrid>
              <a:tr h="53863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Dataset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Total Data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>
                          <a:effectLst/>
                          <a:latin typeface="Aptos Narrow" panose="020B0004020202020204" pitchFamily="34" charset="0"/>
                        </a:rPr>
                        <a:t>Peran</a:t>
                      </a:r>
                      <a:endParaRPr lang="en-ID" sz="1800" kern="10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46834"/>
                  </a:ext>
                </a:extLst>
              </a:tr>
              <a:tr h="255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Training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612 files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>
                          <a:effectLst/>
                          <a:latin typeface="Aptos Narrow" panose="020B0004020202020204" pitchFamily="34" charset="0"/>
                        </a:rPr>
                        <a:t>Pelatihan model</a:t>
                      </a:r>
                      <a:endParaRPr lang="en-ID" sz="1800" kern="10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961956"/>
                  </a:ext>
                </a:extLst>
              </a:tr>
              <a:tr h="2557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>
                          <a:effectLst/>
                          <a:latin typeface="Aptos Narrow" panose="020B0004020202020204" pitchFamily="34" charset="0"/>
                        </a:rPr>
                        <a:t>Validation</a:t>
                      </a:r>
                      <a:endParaRPr lang="en-ID" sz="1800" kern="10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612 files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>
                          <a:effectLst/>
                          <a:latin typeface="Aptos Narrow" panose="020B0004020202020204" pitchFamily="34" charset="0"/>
                        </a:rPr>
                        <a:t>Validasi awal</a:t>
                      </a:r>
                      <a:endParaRPr lang="en-ID" sz="1800" kern="10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4205542"/>
                  </a:ext>
                </a:extLst>
              </a:tr>
              <a:tr h="53863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>
                          <a:effectLst/>
                          <a:latin typeface="Aptos Narrow" panose="020B0004020202020204" pitchFamily="34" charset="0"/>
                        </a:rPr>
                        <a:t>Test</a:t>
                      </a:r>
                      <a:endParaRPr lang="en-ID" sz="1800" kern="10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76 files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Baseline </a:t>
                      </a:r>
                      <a:r>
                        <a:rPr lang="en-ID" sz="1800" kern="100" dirty="0" err="1">
                          <a:effectLst/>
                          <a:latin typeface="Aptos Narrow" panose="020B0004020202020204" pitchFamily="34" charset="0"/>
                        </a:rPr>
                        <a:t>performa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6680050"/>
                  </a:ext>
                </a:extLst>
              </a:tr>
              <a:tr h="53863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>
                          <a:effectLst/>
                          <a:latin typeface="Aptos Narrow" panose="020B0004020202020204" pitchFamily="34" charset="0"/>
                        </a:rPr>
                        <a:t>Production-like</a:t>
                      </a:r>
                      <a:endParaRPr lang="en-ID" sz="1800" kern="10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800" kern="100">
                          <a:effectLst/>
                          <a:latin typeface="Aptos Narrow" panose="020B0004020202020204" pitchFamily="34" charset="0"/>
                        </a:rPr>
                        <a:t>76 files</a:t>
                      </a:r>
                      <a:endParaRPr lang="en-ID" sz="1800" kern="10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D" sz="1800" kern="100" dirty="0">
                          <a:effectLst/>
                          <a:latin typeface="Aptos Narrow" panose="020B0004020202020204" pitchFamily="34" charset="0"/>
                        </a:rPr>
                        <a:t>Monitoring </a:t>
                      </a:r>
                      <a:r>
                        <a:rPr lang="en-ID" sz="1800" kern="100" dirty="0" err="1">
                          <a:effectLst/>
                          <a:latin typeface="Aptos Narrow" panose="020B0004020202020204" pitchFamily="34" charset="0"/>
                        </a:rPr>
                        <a:t>degradasi</a:t>
                      </a:r>
                      <a:endParaRPr lang="en-ID" sz="1800" kern="100" dirty="0"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11674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2ED8868-E5F2-C9C9-953E-8DC3D4D2A203}"/>
              </a:ext>
            </a:extLst>
          </p:cNvPr>
          <p:cNvSpPr txBox="1"/>
          <p:nvPr/>
        </p:nvSpPr>
        <p:spPr>
          <a:xfrm>
            <a:off x="554309" y="890372"/>
            <a:ext cx="41129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u="sng" dirty="0">
                <a:latin typeface="Aptos Narrow" panose="020B0004020202020204" pitchFamily="34" charset="0"/>
              </a:rPr>
              <a:t>Dataset</a:t>
            </a:r>
            <a:endParaRPr lang="en-ID" u="sng" dirty="0">
              <a:latin typeface="Aptos Narrow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>
                <a:latin typeface="Aptos Narrow" panose="020B0004020202020204" pitchFamily="34" charset="0"/>
              </a:rPr>
              <a:t>Task: Helmet vs No-Helmet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>
                <a:latin typeface="Aptos Narrow" panose="020B0004020202020204" pitchFamily="34" charset="0"/>
              </a:rPr>
              <a:t>Skema: Binary classification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>
                <a:latin typeface="Aptos Narrow" panose="020B0004020202020204" pitchFamily="34" charset="0"/>
              </a:rPr>
              <a:t>Data baseline + </a:t>
            </a:r>
            <a:r>
              <a:rPr lang="en-ID" dirty="0" err="1">
                <a:latin typeface="Aptos Narrow" panose="020B0004020202020204" pitchFamily="34" charset="0"/>
              </a:rPr>
              <a:t>simulasi</a:t>
            </a:r>
            <a:r>
              <a:rPr lang="en-ID" dirty="0">
                <a:latin typeface="Aptos Narrow" panose="020B0004020202020204" pitchFamily="34" charset="0"/>
              </a:rPr>
              <a:t> production batch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 err="1">
                <a:latin typeface="Aptos Narrow" panose="020B0004020202020204" pitchFamily="34" charset="0"/>
              </a:rPr>
              <a:t>Skenario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: blur, lighting, compression, noise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0E725C-563F-B096-069C-F6F5C478ECD9}"/>
              </a:ext>
            </a:extLst>
          </p:cNvPr>
          <p:cNvCxnSpPr>
            <a:cxnSpLocks/>
          </p:cNvCxnSpPr>
          <p:nvPr/>
        </p:nvCxnSpPr>
        <p:spPr>
          <a:xfrm>
            <a:off x="4962525" y="1133475"/>
            <a:ext cx="0" cy="5210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91335B-EE4B-9AFD-B845-504E651B5228}"/>
              </a:ext>
            </a:extLst>
          </p:cNvPr>
          <p:cNvSpPr txBox="1"/>
          <p:nvPr/>
        </p:nvSpPr>
        <p:spPr>
          <a:xfrm>
            <a:off x="5257800" y="890372"/>
            <a:ext cx="44386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b="1" u="sng" dirty="0">
                <a:latin typeface="Aptos Narrow" panose="020B0004020202020204" pitchFamily="34" charset="0"/>
              </a:rPr>
              <a:t>Model Baseline</a:t>
            </a:r>
            <a:endParaRPr lang="en-ID" u="sng" dirty="0">
              <a:latin typeface="Aptos Narrow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 err="1">
                <a:latin typeface="Aptos Narrow" panose="020B0004020202020204" pitchFamily="34" charset="0"/>
              </a:rPr>
              <a:t>Arsitektur</a:t>
            </a:r>
            <a:r>
              <a:rPr lang="en-ID" dirty="0">
                <a:latin typeface="Aptos Narrow" panose="020B0004020202020204" pitchFamily="34" charset="0"/>
              </a:rPr>
              <a:t>: MobileNetV3 (CNN)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 err="1">
                <a:latin typeface="Aptos Narrow" panose="020B0004020202020204" pitchFamily="34" charset="0"/>
              </a:rPr>
              <a:t>Tugas</a:t>
            </a:r>
            <a:r>
              <a:rPr lang="en-ID" dirty="0">
                <a:latin typeface="Aptos Narrow" panose="020B0004020202020204" pitchFamily="34" charset="0"/>
              </a:rPr>
              <a:t>: Binary Classification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>
                <a:latin typeface="Aptos Narrow" panose="020B0004020202020204" pitchFamily="34" charset="0"/>
              </a:rPr>
              <a:t>Status: Frozen model (post-deployment)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5E646B-5543-96BD-99B8-194504DDBE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72" r="8308"/>
          <a:stretch>
            <a:fillRect/>
          </a:stretch>
        </p:blipFill>
        <p:spPr bwMode="auto">
          <a:xfrm>
            <a:off x="5272120" y="3752692"/>
            <a:ext cx="6232221" cy="1996276"/>
          </a:xfrm>
          <a:prstGeom prst="rect">
            <a:avLst/>
          </a:prstGeom>
          <a:noFill/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5784C88-BF91-7F52-35FA-DC95204AB55D}"/>
              </a:ext>
            </a:extLst>
          </p:cNvPr>
          <p:cNvSpPr txBox="1"/>
          <p:nvPr/>
        </p:nvSpPr>
        <p:spPr>
          <a:xfrm>
            <a:off x="5257800" y="2321532"/>
            <a:ext cx="5962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Aptos Narrow" panose="020B0004020202020204" pitchFamily="34" charset="0"/>
              </a:rPr>
              <a:t>Penelitian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ini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tidak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bertujuan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membandingkan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performa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arsitektur</a:t>
            </a:r>
            <a:r>
              <a:rPr lang="en-ID" dirty="0">
                <a:latin typeface="Aptos Narrow" panose="020B0004020202020204" pitchFamily="34" charset="0"/>
              </a:rPr>
              <a:t>, </a:t>
            </a:r>
            <a:r>
              <a:rPr lang="en-ID" dirty="0" err="1">
                <a:latin typeface="Aptos Narrow" panose="020B0004020202020204" pitchFamily="34" charset="0"/>
              </a:rPr>
              <a:t>tetapi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mengevaluasi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mekanisme</a:t>
            </a:r>
            <a:r>
              <a:rPr lang="en-ID" dirty="0">
                <a:latin typeface="Aptos Narrow" panose="020B0004020202020204" pitchFamily="34" charset="0"/>
              </a:rPr>
              <a:t> monitoring </a:t>
            </a:r>
            <a:r>
              <a:rPr lang="en-ID" dirty="0" err="1">
                <a:latin typeface="Aptos Narrow" panose="020B0004020202020204" pitchFamily="34" charset="0"/>
              </a:rPr>
              <a:t>pasca</a:t>
            </a:r>
            <a:r>
              <a:rPr lang="en-ID" dirty="0">
                <a:latin typeface="Aptos Narrow" panose="020B0004020202020204" pitchFamily="34" charset="0"/>
              </a:rPr>
              <a:t>-deployment. MobileNetV3 </a:t>
            </a:r>
            <a:r>
              <a:rPr lang="en-ID" dirty="0" err="1">
                <a:latin typeface="Aptos Narrow" panose="020B0004020202020204" pitchFamily="34" charset="0"/>
              </a:rPr>
              <a:t>dipilih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karena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efisien</a:t>
            </a:r>
            <a:r>
              <a:rPr lang="en-ID" dirty="0">
                <a:latin typeface="Aptos Narrow" panose="020B0004020202020204" pitchFamily="34" charset="0"/>
              </a:rPr>
              <a:t>, </a:t>
            </a:r>
            <a:r>
              <a:rPr lang="en-ID" dirty="0" err="1">
                <a:latin typeface="Aptos Narrow" panose="020B0004020202020204" pitchFamily="34" charset="0"/>
              </a:rPr>
              <a:t>stabil</a:t>
            </a:r>
            <a:r>
              <a:rPr lang="en-ID" dirty="0">
                <a:latin typeface="Aptos Narrow" panose="020B0004020202020204" pitchFamily="34" charset="0"/>
              </a:rPr>
              <a:t>, dan </a:t>
            </a:r>
            <a:r>
              <a:rPr lang="en-ID" dirty="0" err="1">
                <a:latin typeface="Aptos Narrow" panose="020B0004020202020204" pitchFamily="34" charset="0"/>
              </a:rPr>
              <a:t>representatif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terhadap</a:t>
            </a:r>
            <a:r>
              <a:rPr lang="en-ID" dirty="0">
                <a:latin typeface="Aptos Narrow" panose="020B0004020202020204" pitchFamily="34" charset="0"/>
              </a:rPr>
              <a:t> model </a:t>
            </a:r>
            <a:r>
              <a:rPr lang="en-ID" dirty="0" err="1">
                <a:latin typeface="Aptos Narrow" panose="020B0004020202020204" pitchFamily="34" charset="0"/>
              </a:rPr>
              <a:t>produksi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nyata</a:t>
            </a:r>
            <a:r>
              <a:rPr lang="en-ID" dirty="0">
                <a:latin typeface="Aptos Narrow" panose="020B0004020202020204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CB6019-0AFA-DA68-9569-75434B76457D}"/>
              </a:ext>
            </a:extLst>
          </p:cNvPr>
          <p:cNvSpPr txBox="1"/>
          <p:nvPr/>
        </p:nvSpPr>
        <p:spPr>
          <a:xfrm>
            <a:off x="5272117" y="5871762"/>
            <a:ext cx="623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Arsitektur</a:t>
            </a:r>
            <a:r>
              <a:rPr lang="en-ID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CNN Baseline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9918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8B56B-0DA1-3C7C-716F-543DC018A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002DA-EFF8-0D41-9C6C-631B99CDFB94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Eksperimen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Hasil – Proses Monitoring &amp;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Perhitungan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Skor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C91DB-C4D0-D0AC-7F3A-7F3FEB8A7BAE}"/>
              </a:ext>
            </a:extLst>
          </p:cNvPr>
          <p:cNvSpPr txBox="1"/>
          <p:nvPr/>
        </p:nvSpPr>
        <p:spPr>
          <a:xfrm>
            <a:off x="393280" y="786348"/>
            <a:ext cx="65155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Aptos Narrow" panose="020B0004020202020204" pitchFamily="34" charset="0"/>
              </a:rPr>
              <a:t>Eksperimen</a:t>
            </a:r>
            <a:r>
              <a:rPr lang="en-US" altLang="en-US" sz="1600" b="1" dirty="0">
                <a:latin typeface="Aptos Narrow" panose="020B0004020202020204" pitchFamily="34" charset="0"/>
              </a:rPr>
              <a:t> - Development Stages</a:t>
            </a:r>
            <a:endParaRPr lang="en-US" altLang="en-US" sz="1600" dirty="0"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D" sz="1600" dirty="0" err="1">
                <a:latin typeface="Aptos Narrow" panose="020B0004020202020204" pitchFamily="34" charset="0"/>
              </a:rPr>
              <a:t>Kalibrasi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untuk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menentukan</a:t>
            </a:r>
            <a:r>
              <a:rPr lang="en-ID" sz="1600" dirty="0">
                <a:latin typeface="Aptos Narrow" panose="020B0004020202020204" pitchFamily="34" charset="0"/>
              </a:rPr>
              <a:t> parameter </a:t>
            </a:r>
            <a:r>
              <a:rPr lang="en-ID" sz="1600" dirty="0" err="1">
                <a:latin typeface="Aptos Narrow" panose="020B0004020202020204" pitchFamily="34" charset="0"/>
              </a:rPr>
              <a:t>normalisasi</a:t>
            </a:r>
            <a:endParaRPr lang="en-ID" sz="1600" dirty="0"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D" sz="1600" dirty="0" err="1">
                <a:latin typeface="Aptos Narrow" panose="020B0004020202020204" pitchFamily="34" charset="0"/>
              </a:rPr>
              <a:t>Normalisasi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untuk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menyamakan</a:t>
            </a:r>
            <a:r>
              <a:rPr lang="en-ID" sz="1600" dirty="0">
                <a:latin typeface="Aptos Narrow" panose="020B0004020202020204" pitchFamily="34" charset="0"/>
              </a:rPr>
              <a:t> </a:t>
            </a:r>
            <a:r>
              <a:rPr lang="en-ID" sz="1600" dirty="0" err="1">
                <a:latin typeface="Aptos Narrow" panose="020B0004020202020204" pitchFamily="34" charset="0"/>
              </a:rPr>
              <a:t>skala</a:t>
            </a:r>
            <a:r>
              <a:rPr lang="en-ID" sz="1600" dirty="0">
                <a:latin typeface="Aptos Narrow" panose="020B0004020202020204" pitchFamily="34" charset="0"/>
              </a:rPr>
              <a:t> (0-1)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ptos Narrow" panose="020B0004020202020204" pitchFamily="34" charset="0"/>
              </a:rPr>
              <a:t>Random Search </a:t>
            </a:r>
            <a:r>
              <a:rPr lang="en-US" altLang="en-US" sz="1600" dirty="0" err="1">
                <a:latin typeface="Aptos Narrow" panose="020B0004020202020204" pitchFamily="34" charset="0"/>
              </a:rPr>
              <a:t>dengan</a:t>
            </a:r>
            <a:r>
              <a:rPr lang="en-US" altLang="en-US" sz="1600" dirty="0">
                <a:latin typeface="Aptos Narrow" panose="020B0004020202020204" pitchFamily="34" charset="0"/>
              </a:rPr>
              <a:t> Random Search Weighting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ptos Narrow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Aptos Narrow" panose="020B0004020202020204" pitchFamily="34" charset="0"/>
              </a:rPr>
              <a:t>Eksperimen</a:t>
            </a:r>
            <a:r>
              <a:rPr lang="en-US" altLang="en-US" sz="1600" b="1" dirty="0">
                <a:latin typeface="Aptos Narrow" panose="020B0004020202020204" pitchFamily="34" charset="0"/>
              </a:rPr>
              <a:t> - Production Line: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ptos Narrow" panose="020B0004020202020204" pitchFamily="34" charset="0"/>
              </a:rPr>
              <a:t>1. Batch Data Ingestion</a:t>
            </a:r>
            <a:endParaRPr lang="en-US" altLang="en-US" sz="1600" dirty="0"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ptos Narrow" panose="020B0004020202020204" pitchFamily="34" charset="0"/>
              </a:rPr>
              <a:t>Dalam </a:t>
            </a:r>
            <a:r>
              <a:rPr lang="en-US" altLang="en-US" sz="1600" dirty="0" err="1">
                <a:latin typeface="Aptos Narrow" panose="020B0004020202020204" pitchFamily="34" charset="0"/>
              </a:rPr>
              <a:t>eksperimen</a:t>
            </a:r>
            <a:r>
              <a:rPr lang="en-US" altLang="en-US" sz="1600" dirty="0">
                <a:latin typeface="Aptos Narrow" panose="020B0004020202020204" pitchFamily="34" charset="0"/>
              </a:rPr>
              <a:t> data baseline di </a:t>
            </a:r>
            <a:r>
              <a:rPr lang="en-US" altLang="en-US" sz="1600" dirty="0" err="1">
                <a:latin typeface="Aptos Narrow" panose="020B0004020202020204" pitchFamily="34" charset="0"/>
              </a:rPr>
              <a:t>transformasi</a:t>
            </a:r>
            <a:r>
              <a:rPr lang="en-US" altLang="en-US" sz="1600" dirty="0">
                <a:latin typeface="Aptos Narrow" panose="020B0004020202020204" pitchFamily="34" charset="0"/>
              </a:rPr>
              <a:t> dan di proses per batch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ptos Narrow" panose="020B0004020202020204" pitchFamily="34" charset="0"/>
              </a:rPr>
              <a:t>2. Normalization</a:t>
            </a:r>
            <a:endParaRPr lang="en-US" altLang="en-US" sz="1600" dirty="0"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D" sz="1600" i="1" dirty="0" err="1"/>
              <a:t>Normalisasi</a:t>
            </a:r>
            <a:r>
              <a:rPr lang="en-ID" sz="1600" i="1" dirty="0"/>
              <a:t> </a:t>
            </a:r>
            <a:r>
              <a:rPr lang="en-ID" sz="1600" i="1" dirty="0" err="1"/>
              <a:t>ulang</a:t>
            </a:r>
            <a:r>
              <a:rPr lang="en-ID" sz="1600" i="1" dirty="0"/>
              <a:t> per batch</a:t>
            </a:r>
            <a:r>
              <a:rPr lang="en-ID" sz="1600" dirty="0"/>
              <a:t> (</a:t>
            </a:r>
            <a:r>
              <a:rPr lang="en-ID" sz="1600" dirty="0" err="1"/>
              <a:t>pakai</a:t>
            </a:r>
            <a:r>
              <a:rPr lang="en-ID" sz="1600" dirty="0"/>
              <a:t> parameter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kalibrasi</a:t>
            </a:r>
            <a:r>
              <a:rPr lang="en-ID" sz="1600" dirty="0"/>
              <a:t>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 err="1">
                <a:latin typeface="Aptos Narrow" panose="020B0004020202020204" pitchFamily="34" charset="0"/>
              </a:rPr>
              <a:t>Normalisasi</a:t>
            </a:r>
            <a:r>
              <a:rPr lang="en-US" altLang="en-US" sz="1600" dirty="0"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latin typeface="Aptos Narrow" panose="020B0004020202020204" pitchFamily="34" charset="0"/>
              </a:rPr>
              <a:t>skala</a:t>
            </a:r>
            <a:r>
              <a:rPr lang="en-US" altLang="en-US" sz="1600" dirty="0">
                <a:latin typeface="Aptos Narrow" panose="020B0004020202020204" pitchFamily="34" charset="0"/>
              </a:rPr>
              <a:t> 0–1, </a:t>
            </a:r>
            <a:r>
              <a:rPr lang="en-US" altLang="en-US" sz="1600" dirty="0" err="1">
                <a:latin typeface="Aptos Narrow" panose="020B0004020202020204" pitchFamily="34" charset="0"/>
              </a:rPr>
              <a:t>tergantung</a:t>
            </a:r>
            <a:r>
              <a:rPr lang="en-US" altLang="en-US" sz="1600" dirty="0">
                <a:latin typeface="Aptos Narrow" panose="020B0004020202020204" pitchFamily="34" charset="0"/>
              </a:rPr>
              <a:t> good vs bad metrics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ptos Narrow" panose="020B0004020202020204" pitchFamily="34" charset="0"/>
              </a:rPr>
              <a:t>3. Weighted Sum Model (WSM)</a:t>
            </a:r>
            <a:endParaRPr lang="en-US" altLang="en-US" sz="1600" dirty="0"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 err="1">
                <a:latin typeface="Aptos Narrow" panose="020B0004020202020204" pitchFamily="34" charset="0"/>
              </a:rPr>
              <a:t>Agregasi</a:t>
            </a:r>
            <a:r>
              <a:rPr lang="en-US" altLang="en-US" sz="1600" dirty="0"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latin typeface="Aptos Narrow" panose="020B0004020202020204" pitchFamily="34" charset="0"/>
              </a:rPr>
              <a:t>metrik</a:t>
            </a:r>
            <a:r>
              <a:rPr lang="en-US" altLang="en-US" sz="1600" dirty="0">
                <a:latin typeface="Aptos Narrow" panose="020B0004020202020204" pitchFamily="34" charset="0"/>
              </a:rPr>
              <a:t> ter-</a:t>
            </a:r>
            <a:r>
              <a:rPr lang="en-US" altLang="en-US" sz="1600" dirty="0" err="1">
                <a:latin typeface="Aptos Narrow" panose="020B0004020202020204" pitchFamily="34" charset="0"/>
              </a:rPr>
              <a:t>normalisasi</a:t>
            </a:r>
            <a:endParaRPr lang="en-US" altLang="en-US" sz="1600" dirty="0"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 err="1">
                <a:latin typeface="Aptos Narrow" panose="020B0004020202020204" pitchFamily="34" charset="0"/>
              </a:rPr>
              <a:t>Eksplorasi</a:t>
            </a:r>
            <a:r>
              <a:rPr lang="en-US" altLang="en-US" sz="1600" dirty="0"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latin typeface="Aptos Narrow" panose="020B0004020202020204" pitchFamily="34" charset="0"/>
              </a:rPr>
              <a:t>bobot</a:t>
            </a:r>
            <a:r>
              <a:rPr lang="en-US" altLang="en-US" sz="1600" dirty="0"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latin typeface="Aptos Narrow" panose="020B0004020202020204" pitchFamily="34" charset="0"/>
              </a:rPr>
              <a:t>dari</a:t>
            </a:r>
            <a:r>
              <a:rPr lang="en-US" altLang="en-US" sz="1600" dirty="0">
                <a:latin typeface="Aptos Narrow" panose="020B0004020202020204" pitchFamily="34" charset="0"/>
              </a:rPr>
              <a:t> data Random Search Weighting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ptos Narrow" panose="020B0004020202020204" pitchFamily="34" charset="0"/>
              </a:rPr>
              <a:t>4. Composite Health Score (</a:t>
            </a:r>
            <a:r>
              <a:rPr lang="en-US" altLang="en-US" sz="1600" b="1" dirty="0" err="1">
                <a:latin typeface="Aptos Narrow" panose="020B0004020202020204" pitchFamily="34" charset="0"/>
              </a:rPr>
              <a:t>D_prod</a:t>
            </a:r>
            <a:r>
              <a:rPr lang="en-US" altLang="en-US" sz="1600" b="1" dirty="0">
                <a:latin typeface="Aptos Narrow" panose="020B0004020202020204" pitchFamily="34" charset="0"/>
              </a:rPr>
              <a:t>)</a:t>
            </a:r>
            <a:endParaRPr lang="en-US" altLang="en-US" sz="1600" dirty="0"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ptos Narrow" panose="020B0004020202020204" pitchFamily="34" charset="0"/>
              </a:rPr>
              <a:t>1 </a:t>
            </a:r>
            <a:r>
              <a:rPr lang="en-US" altLang="en-US" sz="1600" dirty="0" err="1">
                <a:latin typeface="Aptos Narrow" panose="020B0004020202020204" pitchFamily="34" charset="0"/>
              </a:rPr>
              <a:t>skor</a:t>
            </a:r>
            <a:r>
              <a:rPr lang="en-US" altLang="en-US" sz="1600" dirty="0">
                <a:latin typeface="Aptos Narrow" panose="020B0004020202020204" pitchFamily="34" charset="0"/>
              </a:rPr>
              <a:t> per batch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 err="1">
                <a:latin typeface="Aptos Narrow" panose="020B0004020202020204" pitchFamily="34" charset="0"/>
              </a:rPr>
              <a:t>Evaluasi</a:t>
            </a:r>
            <a:r>
              <a:rPr lang="en-US" altLang="en-US" sz="1600" dirty="0">
                <a:latin typeface="Aptos Narrow" panose="020B0004020202020204" pitchFamily="34" charset="0"/>
              </a:rPr>
              <a:t> </a:t>
            </a:r>
            <a:r>
              <a:rPr lang="en-US" altLang="en-US" sz="1600" dirty="0" err="1">
                <a:latin typeface="Aptos Narrow" panose="020B0004020202020204" pitchFamily="34" charset="0"/>
              </a:rPr>
              <a:t>sensitivitas</a:t>
            </a:r>
            <a:r>
              <a:rPr lang="en-US" altLang="en-US" sz="1600" dirty="0">
                <a:latin typeface="Aptos Narrow" panose="020B0004020202020204" pitchFamily="34" charset="0"/>
              </a:rPr>
              <a:t> composite score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ptos Narrow" panose="020B0004020202020204" pitchFamily="34" charset="0"/>
              </a:rPr>
              <a:t>5. Mapping </a:t>
            </a:r>
            <a:r>
              <a:rPr lang="en-US" altLang="en-US" sz="1600" b="1" dirty="0" err="1">
                <a:latin typeface="Aptos Narrow" panose="020B0004020202020204" pitchFamily="34" charset="0"/>
              </a:rPr>
              <a:t>ke</a:t>
            </a:r>
            <a:r>
              <a:rPr lang="en-US" altLang="en-US" sz="1600" b="1" dirty="0">
                <a:latin typeface="Aptos Narrow" panose="020B0004020202020204" pitchFamily="34" charset="0"/>
              </a:rPr>
              <a:t> Status Model</a:t>
            </a:r>
            <a:endParaRPr lang="en-US" altLang="en-US" sz="1600" dirty="0">
              <a:latin typeface="Aptos Narrow" panose="020B00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ptos Narrow" panose="020B0004020202020204" pitchFamily="34" charset="0"/>
              </a:rPr>
              <a:t>Healthy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ptos Narrow" panose="020B0004020202020204" pitchFamily="34" charset="0"/>
              </a:rPr>
              <a:t>Degraded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ptos Narrow" panose="020B0004020202020204" pitchFamily="34" charset="0"/>
              </a:rPr>
              <a:t>Critical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EDA32ED-ECC6-3954-999B-4FF9E5406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623" y="1051840"/>
            <a:ext cx="1999904" cy="165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56C5F7-9D12-F5FA-EBDC-504E4EAC0301}"/>
              </a:ext>
            </a:extLst>
          </p:cNvPr>
          <p:cNvSpPr/>
          <p:nvPr/>
        </p:nvSpPr>
        <p:spPr>
          <a:xfrm>
            <a:off x="9696622" y="3338625"/>
            <a:ext cx="1999904" cy="511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Normalisasi</a:t>
            </a:r>
            <a:r>
              <a:rPr lang="en-ID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(Bad Metric dan Good Metric)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1CCC32-5F0E-97F9-3485-D156605C8337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>
            <a:off x="10696574" y="3849682"/>
            <a:ext cx="0" cy="412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D6CCCC0-8C04-0C8B-A6C6-C9D45EE0915B}"/>
              </a:ext>
            </a:extLst>
          </p:cNvPr>
          <p:cNvSpPr/>
          <p:nvPr/>
        </p:nvSpPr>
        <p:spPr>
          <a:xfrm>
            <a:off x="9696622" y="4261831"/>
            <a:ext cx="1999904" cy="511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dirty="0">
                <a:solidFill>
                  <a:schemeClr val="tx1"/>
                </a:solidFill>
                <a:latin typeface="Aptos Narrow" panose="020B0004020202020204" pitchFamily="34" charset="0"/>
              </a:rPr>
              <a:t>WSM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F5655E-0836-19CB-69A7-E72407CD6A88}"/>
              </a:ext>
            </a:extLst>
          </p:cNvPr>
          <p:cNvSpPr/>
          <p:nvPr/>
        </p:nvSpPr>
        <p:spPr>
          <a:xfrm>
            <a:off x="9696622" y="5185037"/>
            <a:ext cx="1999904" cy="511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dirty="0">
                <a:solidFill>
                  <a:schemeClr val="tx1"/>
                </a:solidFill>
                <a:latin typeface="Aptos Narrow" panose="020B0004020202020204" pitchFamily="34" charset="0"/>
              </a:rPr>
              <a:t>Composite Score → Status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6D1AB9-6F9B-3C8B-94B3-159C13CB853E}"/>
              </a:ext>
            </a:extLst>
          </p:cNvPr>
          <p:cNvSpPr txBox="1"/>
          <p:nvPr/>
        </p:nvSpPr>
        <p:spPr>
          <a:xfrm>
            <a:off x="9696622" y="725448"/>
            <a:ext cx="1999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ptos Narrow" panose="020B0004020202020204" pitchFamily="34" charset="0"/>
              </a:rPr>
              <a:t>Production Line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493EAD-AD1E-36DF-AB9B-1CF23F739A76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10696574" y="4772888"/>
            <a:ext cx="0" cy="412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2F8FDBB-EC3C-D936-E499-C8BB398D2F77}"/>
              </a:ext>
            </a:extLst>
          </p:cNvPr>
          <p:cNvSpPr txBox="1"/>
          <p:nvPr/>
        </p:nvSpPr>
        <p:spPr>
          <a:xfrm>
            <a:off x="6985258" y="774841"/>
            <a:ext cx="2091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ptos Narrow" panose="020B0004020202020204" pitchFamily="34" charset="0"/>
              </a:rPr>
              <a:t>Development Stages</a:t>
            </a:r>
            <a:endParaRPr lang="en-US" altLang="en-US" sz="1200" dirty="0">
              <a:latin typeface="Aptos Narrow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2C9D5F-BB6A-F301-BC21-FB711D7B9232}"/>
              </a:ext>
            </a:extLst>
          </p:cNvPr>
          <p:cNvSpPr/>
          <p:nvPr/>
        </p:nvSpPr>
        <p:spPr>
          <a:xfrm>
            <a:off x="6985258" y="3338625"/>
            <a:ext cx="2091314" cy="9185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Ambil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semua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hasil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eksperimen</a:t>
            </a:r>
            <a:endParaRPr lang="en-US" altLang="en-US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Normalisasi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dulu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ke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0–1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6DFD6D-20FA-CB30-D352-8D819E3BBE31}"/>
              </a:ext>
            </a:extLst>
          </p:cNvPr>
          <p:cNvSpPr/>
          <p:nvPr/>
        </p:nvSpPr>
        <p:spPr>
          <a:xfrm>
            <a:off x="6985258" y="4804661"/>
            <a:ext cx="2091311" cy="8914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Matriks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ter-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normalisasi</a:t>
            </a:r>
            <a:endParaRPr lang="en-US" altLang="en-US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Objective function – Baseline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bobot</a:t>
            </a:r>
            <a:endParaRPr lang="en-US" altLang="en-US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CF472B-AA3C-139F-E2FB-44D82598ED16}"/>
              </a:ext>
            </a:extLst>
          </p:cNvPr>
          <p:cNvSpPr/>
          <p:nvPr/>
        </p:nvSpPr>
        <p:spPr>
          <a:xfrm>
            <a:off x="6990318" y="1170645"/>
            <a:ext cx="2091314" cy="15315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D" sz="1200" b="1" u="sng" dirty="0" err="1">
                <a:solidFill>
                  <a:schemeClr val="tx1"/>
                </a:solidFill>
                <a:latin typeface="Aptos Narrow" panose="020B0004020202020204" pitchFamily="34" charset="0"/>
              </a:rPr>
              <a:t>Tahap</a:t>
            </a:r>
            <a:r>
              <a:rPr lang="en-ID" sz="1200" b="1" u="sng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ID" sz="1200" b="1" u="sng" dirty="0" err="1">
                <a:solidFill>
                  <a:schemeClr val="tx1"/>
                </a:solidFill>
                <a:latin typeface="Aptos Narrow" panose="020B0004020202020204" pitchFamily="34" charset="0"/>
              </a:rPr>
              <a:t>Kalibrasi</a:t>
            </a:r>
            <a:endParaRPr lang="en-ID" sz="1200" b="1" u="sng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Menganalisis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distribusi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metrik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(baseline + </a:t>
            </a: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skenario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)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Menentukan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: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NORM range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200" dirty="0" err="1">
                <a:solidFill>
                  <a:schemeClr val="tx1"/>
                </a:solidFill>
                <a:latin typeface="Aptos Narrow" panose="020B0004020202020204" pitchFamily="34" charset="0"/>
              </a:rPr>
              <a:t>arah</a:t>
            </a:r>
            <a:r>
              <a:rPr lang="en-US" altLang="en-US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good / bad metric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A6A0B75-52B5-B539-DE9C-3E72C6C0B8F2}"/>
              </a:ext>
            </a:extLst>
          </p:cNvPr>
          <p:cNvCxnSpPr/>
          <p:nvPr/>
        </p:nvCxnSpPr>
        <p:spPr>
          <a:xfrm>
            <a:off x="393280" y="2006930"/>
            <a:ext cx="63519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1826AF5-232C-39E2-56B1-EC12F67ABC35}"/>
              </a:ext>
            </a:extLst>
          </p:cNvPr>
          <p:cNvCxnSpPr/>
          <p:nvPr/>
        </p:nvCxnSpPr>
        <p:spPr>
          <a:xfrm>
            <a:off x="6745184" y="801313"/>
            <a:ext cx="0" cy="57301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76B4E62-F170-D502-1D9D-47050618B00C}"/>
              </a:ext>
            </a:extLst>
          </p:cNvPr>
          <p:cNvCxnSpPr>
            <a:cxnSpLocks/>
            <a:stCxn id="4098" idx="2"/>
            <a:endCxn id="3" idx="0"/>
          </p:cNvCxnSpPr>
          <p:nvPr/>
        </p:nvCxnSpPr>
        <p:spPr>
          <a:xfrm flipH="1">
            <a:off x="10696574" y="2702190"/>
            <a:ext cx="1" cy="636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AB5DC3B-398C-A2F4-756A-2359D420C981}"/>
              </a:ext>
            </a:extLst>
          </p:cNvPr>
          <p:cNvCxnSpPr>
            <a:cxnSpLocks/>
            <a:stCxn id="41" idx="2"/>
            <a:endCxn id="38" idx="0"/>
          </p:cNvCxnSpPr>
          <p:nvPr/>
        </p:nvCxnSpPr>
        <p:spPr>
          <a:xfrm flipH="1">
            <a:off x="8030915" y="2702190"/>
            <a:ext cx="5060" cy="636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32C6ED8-786A-AD94-7429-20B9545109AE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 flipH="1">
            <a:off x="8030914" y="4257155"/>
            <a:ext cx="1" cy="547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C2559F2-2498-CF93-A5DF-9F8A2EDABD1A}"/>
              </a:ext>
            </a:extLst>
          </p:cNvPr>
          <p:cNvCxnSpPr>
            <a:stCxn id="39" idx="3"/>
            <a:endCxn id="4098" idx="1"/>
          </p:cNvCxnSpPr>
          <p:nvPr/>
        </p:nvCxnSpPr>
        <p:spPr>
          <a:xfrm flipV="1">
            <a:off x="9076569" y="1877015"/>
            <a:ext cx="620054" cy="3373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9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E3E6-9798-C3E2-A582-97588D6D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EAF66A-6729-154D-7778-4C72DD257FAB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Eksperimen dan Hasil – Skenario Blur (Hasil, Analisis, dan Status Model)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54ECCCA-C1BA-D7A5-29A5-953379CEA7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83"/>
          <a:stretch>
            <a:fillRect/>
          </a:stretch>
        </p:blipFill>
        <p:spPr bwMode="auto">
          <a:xfrm>
            <a:off x="479413" y="799804"/>
            <a:ext cx="3746078" cy="211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5D346C2-F1BF-0050-7A82-21AD22044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307" y="665952"/>
            <a:ext cx="4078362" cy="243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711F4F-5FB5-6179-245B-4A29A4A080D9}"/>
              </a:ext>
            </a:extLst>
          </p:cNvPr>
          <p:cNvSpPr txBox="1"/>
          <p:nvPr/>
        </p:nvSpPr>
        <p:spPr>
          <a:xfrm>
            <a:off x="563512" y="2895742"/>
            <a:ext cx="3844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>
                <a:latin typeface="Aptos Narrow" panose="020B0004020202020204" pitchFamily="34" charset="0"/>
              </a:rPr>
              <a:t>Visual di </a:t>
            </a:r>
            <a:r>
              <a:rPr lang="en-ID" sz="1000" dirty="0" err="1">
                <a:latin typeface="Aptos Narrow" panose="020B0004020202020204" pitchFamily="34" charset="0"/>
              </a:rPr>
              <a:t>atas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memperlihatkan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contoh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citra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asli</a:t>
            </a:r>
            <a:r>
              <a:rPr lang="en-ID" sz="1000" dirty="0">
                <a:latin typeface="Aptos Narrow" panose="020B0004020202020204" pitchFamily="34" charset="0"/>
              </a:rPr>
              <a:t> dan </a:t>
            </a:r>
            <a:r>
              <a:rPr lang="en-ID" sz="1000" dirty="0" err="1">
                <a:latin typeface="Aptos Narrow" panose="020B0004020202020204" pitchFamily="34" charset="0"/>
              </a:rPr>
              <a:t>hasil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transformasi</a:t>
            </a:r>
            <a:r>
              <a:rPr lang="en-ID" sz="1000" dirty="0">
                <a:latin typeface="Aptos Narrow" panose="020B0004020202020204" pitchFamily="34" charset="0"/>
              </a:rPr>
              <a:t> Gaussian Blur </a:t>
            </a:r>
            <a:r>
              <a:rPr lang="en-ID" sz="1000" dirty="0" err="1">
                <a:latin typeface="Aptos Narrow" panose="020B0004020202020204" pitchFamily="34" charset="0"/>
              </a:rPr>
              <a:t>dengan</a:t>
            </a:r>
            <a:r>
              <a:rPr lang="en-ID" sz="1000" dirty="0">
                <a:latin typeface="Aptos Narrow" panose="020B0004020202020204" pitchFamily="34" charset="0"/>
              </a:rPr>
              <a:t> radius yang </a:t>
            </a:r>
            <a:r>
              <a:rPr lang="en-ID" sz="1000" dirty="0" err="1">
                <a:latin typeface="Aptos Narrow" panose="020B0004020202020204" pitchFamily="34" charset="0"/>
              </a:rPr>
              <a:t>meningkat</a:t>
            </a:r>
            <a:r>
              <a:rPr lang="en-ID" sz="1000" dirty="0">
                <a:latin typeface="Aptos Narrow" panose="020B0004020202020204" pitchFamily="34" charset="0"/>
              </a:rPr>
              <a:t> (R = 0.5 </a:t>
            </a:r>
            <a:r>
              <a:rPr lang="en-ID" sz="1000" dirty="0" err="1">
                <a:latin typeface="Aptos Narrow" panose="020B0004020202020204" pitchFamily="34" charset="0"/>
              </a:rPr>
              <a:t>hingga</a:t>
            </a:r>
            <a:r>
              <a:rPr lang="en-ID" sz="1000" dirty="0">
                <a:latin typeface="Aptos Narrow" panose="020B0004020202020204" pitchFamily="34" charset="0"/>
              </a:rPr>
              <a:t> R = 20).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B525B-E112-3BF6-A530-E60597FE92FE}"/>
              </a:ext>
            </a:extLst>
          </p:cNvPr>
          <p:cNvSpPr txBox="1"/>
          <p:nvPr/>
        </p:nvSpPr>
        <p:spPr>
          <a:xfrm>
            <a:off x="380603" y="3345526"/>
            <a:ext cx="8276389" cy="1200329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ID" sz="1200" b="1" u="sng" dirty="0" err="1">
                <a:latin typeface="Aptos Narrow" panose="020B0004020202020204" pitchFamily="34" charset="0"/>
              </a:rPr>
              <a:t>Interpretasi</a:t>
            </a:r>
            <a:r>
              <a:rPr lang="en-ID" sz="1200" b="1" u="sng" dirty="0">
                <a:latin typeface="Aptos Narrow" panose="020B0004020202020204" pitchFamily="34" charset="0"/>
              </a:rPr>
              <a:t> Utama</a:t>
            </a:r>
          </a:p>
          <a:p>
            <a:pPr marL="228600" indent="-228600"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Composite Health Score (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) </a:t>
            </a:r>
            <a:r>
              <a:rPr lang="en-ID" sz="1200" dirty="0" err="1">
                <a:latin typeface="Aptos Narrow" panose="020B0004020202020204" pitchFamily="34" charset="0"/>
              </a:rPr>
              <a:t>menunjukkan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tren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penurunan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konsisten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seiring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meningkatnya</a:t>
            </a:r>
            <a:r>
              <a:rPr lang="en-ID" sz="1200" dirty="0">
                <a:latin typeface="Aptos Narrow" panose="020B0004020202020204" pitchFamily="34" charset="0"/>
              </a:rPr>
              <a:t> Gaussian Blur radius, yang </a:t>
            </a:r>
            <a:r>
              <a:rPr lang="en-ID" sz="1200" dirty="0" err="1">
                <a:latin typeface="Aptos Narrow" panose="020B0004020202020204" pitchFamily="34" charset="0"/>
              </a:rPr>
              <a:t>mengindikasikan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kesehatan</a:t>
            </a:r>
            <a:r>
              <a:rPr lang="en-ID" sz="1200" dirty="0">
                <a:latin typeface="Aptos Narrow" panose="020B0004020202020204" pitchFamily="34" charset="0"/>
              </a:rPr>
              <a:t> model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bertahap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  <a:p>
            <a:pPr marL="228600" indent="-228600"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Model </a:t>
            </a:r>
            <a:r>
              <a:rPr lang="en-ID" sz="1200" dirty="0" err="1">
                <a:latin typeface="Aptos Narrow" panose="020B0004020202020204" pitchFamily="34" charset="0"/>
              </a:rPr>
              <a:t>masih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mampu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mempertahankan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kondisi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i="1" dirty="0">
                <a:latin typeface="Aptos Narrow" panose="020B0004020202020204" pitchFamily="34" charset="0"/>
              </a:rPr>
              <a:t>Healthy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hingga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tingkat</a:t>
            </a:r>
            <a:r>
              <a:rPr lang="en-ID" sz="1200" dirty="0">
                <a:latin typeface="Aptos Narrow" panose="020B0004020202020204" pitchFamily="34" charset="0"/>
              </a:rPr>
              <a:t> blur </a:t>
            </a:r>
            <a:r>
              <a:rPr lang="en-ID" sz="1200" dirty="0" err="1">
                <a:latin typeface="Aptos Narrow" panose="020B0004020202020204" pitchFamily="34" charset="0"/>
              </a:rPr>
              <a:t>moderat</a:t>
            </a:r>
            <a:r>
              <a:rPr lang="en-ID" sz="1200" dirty="0">
                <a:latin typeface="Aptos Narrow" panose="020B0004020202020204" pitchFamily="34" charset="0"/>
              </a:rPr>
              <a:t> (R ≤ 5). </a:t>
            </a:r>
            <a:r>
              <a:rPr lang="en-ID" sz="1200" dirty="0" err="1">
                <a:latin typeface="Aptos Narrow" panose="020B0004020202020204" pitchFamily="34" charset="0"/>
              </a:rPr>
              <a:t>Setelah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melewati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ambang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tersebut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turun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lebih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signifikan</a:t>
            </a:r>
            <a:r>
              <a:rPr lang="en-ID" sz="1200" dirty="0">
                <a:latin typeface="Aptos Narrow" panose="020B0004020202020204" pitchFamily="34" charset="0"/>
              </a:rPr>
              <a:t> dan </a:t>
            </a:r>
            <a:r>
              <a:rPr lang="en-ID" sz="1200" dirty="0" err="1">
                <a:latin typeface="Aptos Narrow" panose="020B0004020202020204" pitchFamily="34" charset="0"/>
              </a:rPr>
              <a:t>memasuki</a:t>
            </a:r>
            <a:r>
              <a:rPr lang="en-ID" sz="1200" dirty="0">
                <a:latin typeface="Aptos Narrow" panose="020B0004020202020204" pitchFamily="34" charset="0"/>
              </a:rPr>
              <a:t> zona </a:t>
            </a:r>
            <a:r>
              <a:rPr lang="en-ID" sz="1200" i="1" dirty="0">
                <a:latin typeface="Aptos Narrow" panose="020B0004020202020204" pitchFamily="34" charset="0"/>
              </a:rPr>
              <a:t>Degraded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menandakan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berkurangnya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kemampuan</a:t>
            </a:r>
            <a:r>
              <a:rPr lang="en-ID" sz="1200" dirty="0">
                <a:latin typeface="Aptos Narrow" panose="020B0004020202020204" pitchFamily="34" charset="0"/>
              </a:rPr>
              <a:t> model </a:t>
            </a:r>
            <a:r>
              <a:rPr lang="en-ID" sz="1200" dirty="0" err="1">
                <a:latin typeface="Aptos Narrow" panose="020B0004020202020204" pitchFamily="34" charset="0"/>
              </a:rPr>
              <a:t>dalam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menghadapi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visual yang </a:t>
            </a:r>
            <a:r>
              <a:rPr lang="en-ID" sz="1200" dirty="0" err="1">
                <a:latin typeface="Aptos Narrow" panose="020B0004020202020204" pitchFamily="34" charset="0"/>
              </a:rPr>
              <a:t>semakin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berat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FB3759-0260-2F84-D2CD-C225AD80E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459" y="799804"/>
            <a:ext cx="2937261" cy="590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1D0E38-7EC2-97BA-6279-FA4D726D8CE7}"/>
              </a:ext>
            </a:extLst>
          </p:cNvPr>
          <p:cNvSpPr txBox="1"/>
          <p:nvPr/>
        </p:nvSpPr>
        <p:spPr>
          <a:xfrm>
            <a:off x="380603" y="4641627"/>
            <a:ext cx="8276389" cy="175432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D" sz="1200" b="1" dirty="0">
                <a:latin typeface="Aptos Narrow" panose="020B0004020202020204" pitchFamily="34" charset="0"/>
              </a:rPr>
              <a:t>Fakta </a:t>
            </a:r>
            <a:r>
              <a:rPr lang="en-ID" sz="1200" b="1" dirty="0" err="1">
                <a:latin typeface="Aptos Narrow" panose="020B0004020202020204" pitchFamily="34" charset="0"/>
              </a:rPr>
              <a:t>dari</a:t>
            </a:r>
            <a:r>
              <a:rPr lang="en-ID" sz="1200" b="1" dirty="0">
                <a:latin typeface="Aptos Narrow" panose="020B0004020202020204" pitchFamily="34" charset="0"/>
              </a:rPr>
              <a:t> Hasil </a:t>
            </a:r>
            <a:r>
              <a:rPr lang="en-ID" sz="1200" b="1" dirty="0" err="1">
                <a:latin typeface="Aptos Narrow" panose="020B0004020202020204" pitchFamily="34" charset="0"/>
              </a:rPr>
              <a:t>Eksperimen</a:t>
            </a:r>
            <a:endParaRPr lang="en-ID" sz="1200" b="1" dirty="0">
              <a:latin typeface="Aptos Narrow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PSI, KL Divergence, dan Class Shift </a:t>
            </a:r>
            <a:r>
              <a:rPr lang="en-ID" sz="1200" dirty="0" err="1">
                <a:latin typeface="Aptos Narrow" panose="020B0004020202020204" pitchFamily="34" charset="0"/>
              </a:rPr>
              <a:t>meningkat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signifikan</a:t>
            </a:r>
            <a:r>
              <a:rPr lang="en-ID" sz="1200" dirty="0">
                <a:latin typeface="Aptos Narrow" panose="020B0004020202020204" pitchFamily="34" charset="0"/>
              </a:rPr>
              <a:t> pada R ≥ 5, </a:t>
            </a:r>
            <a:r>
              <a:rPr lang="en-ID" sz="1200" dirty="0" err="1">
                <a:latin typeface="Aptos Narrow" panose="020B0004020202020204" pitchFamily="34" charset="0"/>
              </a:rPr>
              <a:t>menunjukkan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adanya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perubahan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distribusi</a:t>
            </a:r>
            <a:r>
              <a:rPr lang="en-ID" sz="1200" dirty="0">
                <a:latin typeface="Aptos Narrow" panose="020B0004020202020204" pitchFamily="34" charset="0"/>
              </a:rPr>
              <a:t> data dan </a:t>
            </a:r>
            <a:r>
              <a:rPr lang="en-ID" sz="1200" dirty="0" err="1">
                <a:latin typeface="Aptos Narrow" panose="020B0004020202020204" pitchFamily="34" charset="0"/>
              </a:rPr>
              <a:t>perilaku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prediksi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akibat</a:t>
            </a:r>
            <a:r>
              <a:rPr lang="en-ID" sz="1200" dirty="0">
                <a:latin typeface="Aptos Narrow" panose="020B0004020202020204" pitchFamily="34" charset="0"/>
              </a:rPr>
              <a:t> blur.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Confidence Ratio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menurun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monoton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menandakan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penurunan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kepercayaan</a:t>
            </a:r>
            <a:r>
              <a:rPr lang="en-ID" sz="1200" dirty="0">
                <a:latin typeface="Aptos Narrow" panose="020B0004020202020204" pitchFamily="34" charset="0"/>
              </a:rPr>
              <a:t> model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selalu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sejalan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langsung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dengan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tingkat</a:t>
            </a:r>
            <a:r>
              <a:rPr lang="en-ID" sz="1200" dirty="0">
                <a:latin typeface="Aptos Narrow" panose="020B0004020202020204" pitchFamily="34" charset="0"/>
              </a:rPr>
              <a:t> blur, dan </a:t>
            </a:r>
            <a:r>
              <a:rPr lang="en-ID" sz="1200" dirty="0" err="1">
                <a:latin typeface="Aptos Narrow" panose="020B0004020202020204" pitchFamily="34" charset="0"/>
              </a:rPr>
              <a:t>berpotensi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menimbulkan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sinyal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parsial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bila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diamati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tunggal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P95 Latency </a:t>
            </a:r>
            <a:r>
              <a:rPr lang="en-ID" sz="1200" dirty="0" err="1">
                <a:latin typeface="Aptos Narrow" panose="020B0004020202020204" pitchFamily="34" charset="0"/>
              </a:rPr>
              <a:t>relatif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stabil</a:t>
            </a:r>
            <a:r>
              <a:rPr lang="en-ID" sz="1200" dirty="0">
                <a:latin typeface="Aptos Narrow" panose="020B0004020202020204" pitchFamily="34" charset="0"/>
              </a:rPr>
              <a:t> dan </a:t>
            </a:r>
            <a:r>
              <a:rPr lang="en-ID" sz="1200" dirty="0" err="1">
                <a:latin typeface="Aptos Narrow" panose="020B0004020202020204" pitchFamily="34" charset="0"/>
              </a:rPr>
              <a:t>bahkan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menurun</a:t>
            </a:r>
            <a:r>
              <a:rPr lang="en-ID" sz="1200" dirty="0">
                <a:latin typeface="Aptos Narrow" panose="020B0004020202020204" pitchFamily="34" charset="0"/>
              </a:rPr>
              <a:t> pada blur </a:t>
            </a:r>
            <a:r>
              <a:rPr lang="en-ID" sz="1200" dirty="0" err="1">
                <a:latin typeface="Aptos Narrow" panose="020B0004020202020204" pitchFamily="34" charset="0"/>
              </a:rPr>
              <a:t>tinggi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menunjukkan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diamati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bersifat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kualitas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prediksi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bukan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keterbatasan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performa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sistem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200" dirty="0" err="1">
                <a:latin typeface="Aptos Narrow" panose="020B0004020202020204" pitchFamily="34" charset="0"/>
              </a:rPr>
              <a:t>Agregasi</a:t>
            </a:r>
            <a:r>
              <a:rPr lang="en-ID" sz="1200" dirty="0">
                <a:latin typeface="Aptos Narrow" panose="020B0004020202020204" pitchFamily="34" charset="0"/>
              </a:rPr>
              <a:t> multi-</a:t>
            </a:r>
            <a:r>
              <a:rPr lang="en-ID" sz="1200" dirty="0" err="1">
                <a:latin typeface="Aptos Narrow" panose="020B0004020202020204" pitchFamily="34" charset="0"/>
              </a:rPr>
              <a:t>metrik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melalui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berhasil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menyaring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fluktuasi</a:t>
            </a:r>
            <a:r>
              <a:rPr lang="en-ID" sz="1200" dirty="0">
                <a:latin typeface="Aptos Narrow" panose="020B0004020202020204" pitchFamily="34" charset="0"/>
              </a:rPr>
              <a:t> individual </a:t>
            </a:r>
            <a:r>
              <a:rPr lang="en-ID" sz="1200" dirty="0" err="1">
                <a:latin typeface="Aptos Narrow" panose="020B0004020202020204" pitchFamily="34" charset="0"/>
              </a:rPr>
              <a:t>metrik</a:t>
            </a:r>
            <a:r>
              <a:rPr lang="en-ID" sz="1200" dirty="0">
                <a:latin typeface="Aptos Narrow" panose="020B0004020202020204" pitchFamily="34" charset="0"/>
              </a:rPr>
              <a:t> dan </a:t>
            </a:r>
            <a:r>
              <a:rPr lang="en-ID" sz="1200" dirty="0" err="1">
                <a:latin typeface="Aptos Narrow" panose="020B0004020202020204" pitchFamily="34" charset="0"/>
              </a:rPr>
              <a:t>menghasilkan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sinyal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lebih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stabil</a:t>
            </a:r>
            <a:r>
              <a:rPr lang="en-ID" sz="1200" dirty="0">
                <a:latin typeface="Aptos Narrow" panose="020B0004020202020204" pitchFamily="34" charset="0"/>
              </a:rPr>
              <a:t> dan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2150274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7BAB-E98A-72A8-1354-1FC27485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E6797B-0FE3-BA30-DD71-8E23C4A853D6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28411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Eksperimen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Hasil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Skenario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Noise (Hasil,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Analisis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dan Status Model)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0CB00-5950-1D07-334B-FA0FF61DE080}"/>
              </a:ext>
            </a:extLst>
          </p:cNvPr>
          <p:cNvSpPr txBox="1"/>
          <p:nvPr/>
        </p:nvSpPr>
        <p:spPr>
          <a:xfrm>
            <a:off x="457873" y="3199031"/>
            <a:ext cx="8166363" cy="101566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sz="1200" b="1" u="sng" dirty="0" err="1">
                <a:latin typeface="Aptos Narrow" panose="020B0004020202020204" pitchFamily="34" charset="0"/>
              </a:rPr>
              <a:t>Interpretasi</a:t>
            </a:r>
            <a:r>
              <a:rPr lang="en-ID" sz="1200" b="1" u="sng" dirty="0">
                <a:latin typeface="Aptos Narrow" panose="020B0004020202020204" pitchFamily="34" charset="0"/>
              </a:rPr>
              <a:t> Utama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D" sz="1200" dirty="0">
                <a:latin typeface="Aptos Narrow" panose="020B0004020202020204" pitchFamily="34" charset="0"/>
              </a:rPr>
              <a:t>Gaussian Noise </a:t>
            </a:r>
            <a:r>
              <a:rPr lang="en-ID" sz="1200" dirty="0" err="1">
                <a:latin typeface="Aptos Narrow" panose="020B0004020202020204" pitchFamily="34" charset="0"/>
              </a:rPr>
              <a:t>menyebabkan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model yang </a:t>
            </a:r>
            <a:r>
              <a:rPr lang="en-ID" sz="1200" dirty="0" err="1">
                <a:latin typeface="Aptos Narrow" panose="020B0004020202020204" pitchFamily="34" charset="0"/>
              </a:rPr>
              <a:t>bersifat</a:t>
            </a:r>
            <a:r>
              <a:rPr lang="en-ID" sz="1200" dirty="0">
                <a:latin typeface="Aptos Narrow" panose="020B0004020202020204" pitchFamily="34" charset="0"/>
              </a:rPr>
              <a:t> gradual, non-linear, dan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monoton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  <a:br>
              <a:rPr lang="en-ID" sz="1200" dirty="0">
                <a:latin typeface="Aptos Narrow" panose="020B0004020202020204" pitchFamily="34" charset="0"/>
              </a:rPr>
            </a:br>
            <a:r>
              <a:rPr lang="en-ID" sz="1200" dirty="0">
                <a:latin typeface="Aptos Narrow" panose="020B0004020202020204" pitchFamily="34" charset="0"/>
              </a:rPr>
              <a:t>Pada </a:t>
            </a:r>
            <a:r>
              <a:rPr lang="en-ID" sz="1200" dirty="0" err="1">
                <a:latin typeface="Aptos Narrow" panose="020B0004020202020204" pitchFamily="34" charset="0"/>
              </a:rPr>
              <a:t>tingkat</a:t>
            </a:r>
            <a:r>
              <a:rPr lang="en-ID" sz="1200" dirty="0">
                <a:latin typeface="Aptos Narrow" panose="020B0004020202020204" pitchFamily="34" charset="0"/>
              </a:rPr>
              <a:t> noise </a:t>
            </a:r>
            <a:r>
              <a:rPr lang="en-ID" sz="1200" dirty="0" err="1">
                <a:latin typeface="Aptos Narrow" panose="020B0004020202020204" pitchFamily="34" charset="0"/>
              </a:rPr>
              <a:t>rendah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hingga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menengah</a:t>
            </a:r>
            <a:r>
              <a:rPr lang="en-ID" sz="1200" dirty="0">
                <a:latin typeface="Aptos Narrow" panose="020B0004020202020204" pitchFamily="34" charset="0"/>
              </a:rPr>
              <a:t>, model </a:t>
            </a:r>
            <a:r>
              <a:rPr lang="en-ID" sz="1200" dirty="0" err="1">
                <a:latin typeface="Aptos Narrow" panose="020B0004020202020204" pitchFamily="34" charset="0"/>
              </a:rPr>
              <a:t>masih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mampu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mempertahankan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kondisi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i="1" dirty="0">
                <a:latin typeface="Aptos Narrow" panose="020B0004020202020204" pitchFamily="34" charset="0"/>
              </a:rPr>
              <a:t>Healthy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D" sz="1200" dirty="0" err="1">
                <a:latin typeface="Aptos Narrow" panose="020B0004020202020204" pitchFamily="34" charset="0"/>
              </a:rPr>
              <a:t>Fluktuasi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 pada </a:t>
            </a:r>
            <a:r>
              <a:rPr lang="en-ID" sz="1200" dirty="0" err="1">
                <a:latin typeface="Aptos Narrow" panose="020B0004020202020204" pitchFamily="34" charset="0"/>
              </a:rPr>
              <a:t>beberapa</a:t>
            </a:r>
            <a:r>
              <a:rPr lang="en-ID" sz="1200" dirty="0">
                <a:latin typeface="Aptos Narrow" panose="020B0004020202020204" pitchFamily="34" charset="0"/>
              </a:rPr>
              <a:t> level noise </a:t>
            </a:r>
            <a:r>
              <a:rPr lang="en-ID" sz="1200" dirty="0" err="1">
                <a:latin typeface="Aptos Narrow" panose="020B0004020202020204" pitchFamily="34" charset="0"/>
              </a:rPr>
              <a:t>menegaskan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dampak</a:t>
            </a:r>
            <a:r>
              <a:rPr lang="en-ID" sz="1200" dirty="0">
                <a:latin typeface="Aptos Narrow" panose="020B0004020202020204" pitchFamily="34" charset="0"/>
              </a:rPr>
              <a:t> Gaussian Noise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selalu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langsung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tercermin</a:t>
            </a:r>
            <a:r>
              <a:rPr lang="en-ID" sz="1200" dirty="0">
                <a:latin typeface="Aptos Narrow" panose="020B0004020202020204" pitchFamily="34" charset="0"/>
              </a:rPr>
              <a:t> pada </a:t>
            </a:r>
            <a:r>
              <a:rPr lang="en-ID" sz="1200" dirty="0" err="1">
                <a:latin typeface="Aptos Narrow" panose="020B0004020202020204" pitchFamily="34" charset="0"/>
              </a:rPr>
              <a:t>satu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metrik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tertentu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melainkan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muncul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dari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interaksi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beberapa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metrik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simultan</a:t>
            </a:r>
            <a:r>
              <a:rPr lang="en-ID" sz="1200" dirty="0">
                <a:latin typeface="Aptos Narrow" panose="020B0004020202020204" pitchFamily="34" charset="0"/>
              </a:rPr>
              <a:t>.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8EA64D8-2CEC-720B-668D-2C30F9F83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17"/>
          <a:stretch>
            <a:fillRect/>
          </a:stretch>
        </p:blipFill>
        <p:spPr bwMode="auto">
          <a:xfrm>
            <a:off x="640931" y="827592"/>
            <a:ext cx="3585925" cy="184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2AAB2F3-EC52-6253-1BBD-97F1FAA9A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916" y="735634"/>
            <a:ext cx="4129320" cy="246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136C88-D701-4BA3-1469-9CC837C42A54}"/>
              </a:ext>
            </a:extLst>
          </p:cNvPr>
          <p:cNvSpPr txBox="1"/>
          <p:nvPr/>
        </p:nvSpPr>
        <p:spPr>
          <a:xfrm>
            <a:off x="462546" y="4310947"/>
            <a:ext cx="8161690" cy="193899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sz="1200" b="1" u="sng" dirty="0">
                <a:latin typeface="Aptos Narrow" panose="020B0004020202020204" pitchFamily="34" charset="0"/>
              </a:rPr>
              <a:t>Fakta </a:t>
            </a:r>
            <a:r>
              <a:rPr lang="en-ID" sz="1200" b="1" u="sng" dirty="0" err="1">
                <a:latin typeface="Aptos Narrow" panose="020B0004020202020204" pitchFamily="34" charset="0"/>
              </a:rPr>
              <a:t>dari</a:t>
            </a:r>
            <a:r>
              <a:rPr lang="en-ID" sz="1200" b="1" u="sng" dirty="0">
                <a:latin typeface="Aptos Narrow" panose="020B0004020202020204" pitchFamily="34" charset="0"/>
              </a:rPr>
              <a:t> Hasil </a:t>
            </a:r>
            <a:r>
              <a:rPr lang="en-ID" sz="1200" b="1" u="sng" dirty="0" err="1">
                <a:latin typeface="Aptos Narrow" panose="020B0004020202020204" pitchFamily="34" charset="0"/>
              </a:rPr>
              <a:t>Eksperimen</a:t>
            </a:r>
            <a:endParaRPr lang="en-ID" sz="1200" b="1" u="sng" dirty="0">
              <a:latin typeface="Aptos Narrow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cenderung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menurun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hingga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l-GR" sz="1200" dirty="0">
                <a:latin typeface="Aptos Narrow" panose="020B0004020202020204" pitchFamily="34" charset="0"/>
              </a:rPr>
              <a:t>σ ≈ 20, </a:t>
            </a:r>
            <a:r>
              <a:rPr lang="en-ID" sz="1200" dirty="0" err="1">
                <a:latin typeface="Aptos Narrow" panose="020B0004020202020204" pitchFamily="34" charset="0"/>
              </a:rPr>
              <a:t>meskipun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terdapat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fluktuasi</a:t>
            </a:r>
            <a:r>
              <a:rPr lang="en-ID" sz="1200" dirty="0">
                <a:latin typeface="Aptos Narrow" panose="020B0004020202020204" pitchFamily="34" charset="0"/>
              </a:rPr>
              <a:t> pada level noise </a:t>
            </a:r>
            <a:r>
              <a:rPr lang="en-ID" sz="1200" dirty="0" err="1">
                <a:latin typeface="Aptos Narrow" panose="020B0004020202020204" pitchFamily="34" charset="0"/>
              </a:rPr>
              <a:t>tertentu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menandakan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bertahap</a:t>
            </a:r>
            <a:r>
              <a:rPr lang="en-ID" sz="1200" dirty="0">
                <a:latin typeface="Aptos Narrow" panose="020B0004020202020204" pitchFamily="34" charset="0"/>
              </a:rPr>
              <a:t> dan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abrupt.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Status model </a:t>
            </a:r>
            <a:r>
              <a:rPr lang="en-ID" sz="1200" dirty="0" err="1">
                <a:latin typeface="Aptos Narrow" panose="020B0004020202020204" pitchFamily="34" charset="0"/>
              </a:rPr>
              <a:t>bertransisi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dari</a:t>
            </a:r>
            <a:r>
              <a:rPr lang="en-ID" sz="1200" dirty="0">
                <a:latin typeface="Aptos Narrow" panose="020B0004020202020204" pitchFamily="34" charset="0"/>
              </a:rPr>
              <a:t> Healthy </a:t>
            </a:r>
            <a:r>
              <a:rPr lang="en-ID" sz="1200" dirty="0" err="1">
                <a:latin typeface="Aptos Narrow" panose="020B0004020202020204" pitchFamily="34" charset="0"/>
              </a:rPr>
              <a:t>ke</a:t>
            </a:r>
            <a:r>
              <a:rPr lang="en-ID" sz="1200" dirty="0">
                <a:latin typeface="Aptos Narrow" panose="020B0004020202020204" pitchFamily="34" charset="0"/>
              </a:rPr>
              <a:t> Degraded, </a:t>
            </a:r>
            <a:r>
              <a:rPr lang="en-ID" sz="1200" dirty="0" err="1">
                <a:latin typeface="Aptos Narrow" panose="020B0004020202020204" pitchFamily="34" charset="0"/>
              </a:rPr>
              <a:t>namun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langsung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memasuki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kategori</a:t>
            </a:r>
            <a:r>
              <a:rPr lang="en-ID" sz="1200" dirty="0">
                <a:latin typeface="Aptos Narrow" panose="020B0004020202020204" pitchFamily="34" charset="0"/>
              </a:rPr>
              <a:t> Critical, </a:t>
            </a:r>
            <a:r>
              <a:rPr lang="en-ID" sz="1200" dirty="0" err="1">
                <a:latin typeface="Aptos Narrow" panose="020B0004020202020204" pitchFamily="34" charset="0"/>
              </a:rPr>
              <a:t>menunjukkan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Gaussian Noise </a:t>
            </a:r>
            <a:r>
              <a:rPr lang="en-ID" sz="1200" dirty="0" err="1">
                <a:latin typeface="Aptos Narrow" panose="020B0004020202020204" pitchFamily="34" charset="0"/>
              </a:rPr>
              <a:t>memiliki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dampak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lebih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halus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dibanding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berbasis</a:t>
            </a:r>
            <a:r>
              <a:rPr lang="en-ID" sz="1200" dirty="0">
                <a:latin typeface="Aptos Narrow" panose="020B0004020202020204" pitchFamily="34" charset="0"/>
              </a:rPr>
              <a:t> blur.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PSI dan KL Divergence </a:t>
            </a:r>
            <a:r>
              <a:rPr lang="en-ID" sz="1200" dirty="0" err="1">
                <a:latin typeface="Aptos Narrow" panose="020B0004020202020204" pitchFamily="34" charset="0"/>
              </a:rPr>
              <a:t>meningkat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seiring</a:t>
            </a:r>
            <a:r>
              <a:rPr lang="en-ID" sz="1200" dirty="0">
                <a:latin typeface="Aptos Narrow" panose="020B0004020202020204" pitchFamily="34" charset="0"/>
              </a:rPr>
              <a:t> noise, </a:t>
            </a:r>
            <a:r>
              <a:rPr lang="en-ID" sz="1200" dirty="0" err="1">
                <a:latin typeface="Aptos Narrow" panose="020B0004020202020204" pitchFamily="34" charset="0"/>
              </a:rPr>
              <a:t>mengindikasikan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perubahan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distribusi</a:t>
            </a:r>
            <a:r>
              <a:rPr lang="en-ID" sz="1200" dirty="0">
                <a:latin typeface="Aptos Narrow" panose="020B0004020202020204" pitchFamily="34" charset="0"/>
              </a:rPr>
              <a:t> data dan </a:t>
            </a:r>
            <a:r>
              <a:rPr lang="en-ID" sz="1200" dirty="0" err="1">
                <a:latin typeface="Aptos Narrow" panose="020B0004020202020204" pitchFamily="34" charset="0"/>
              </a:rPr>
              <a:t>probabilitas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prediksi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Confidence Ratio </a:t>
            </a:r>
            <a:r>
              <a:rPr lang="en-ID" sz="1200" dirty="0" err="1">
                <a:latin typeface="Aptos Narrow" panose="020B0004020202020204" pitchFamily="34" charset="0"/>
              </a:rPr>
              <a:t>menunjukkan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tren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menurun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namun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selalu</a:t>
            </a:r>
            <a:r>
              <a:rPr lang="en-ID" sz="1200" dirty="0">
                <a:latin typeface="Aptos Narrow" panose="020B0004020202020204" pitchFamily="34" charset="0"/>
              </a:rPr>
              <a:t> linear, </a:t>
            </a:r>
            <a:r>
              <a:rPr lang="en-ID" sz="1200" dirty="0" err="1">
                <a:latin typeface="Aptos Narrow" panose="020B0004020202020204" pitchFamily="34" charset="0"/>
              </a:rPr>
              <a:t>sehingga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berpotensi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memberikan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sinyal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parsial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bila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digunakan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tunggal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200" dirty="0">
                <a:latin typeface="Aptos Narrow" panose="020B0004020202020204" pitchFamily="34" charset="0"/>
              </a:rPr>
              <a:t>P95 Latency </a:t>
            </a:r>
            <a:r>
              <a:rPr lang="en-ID" sz="1200" dirty="0" err="1">
                <a:latin typeface="Aptos Narrow" panose="020B0004020202020204" pitchFamily="34" charset="0"/>
              </a:rPr>
              <a:t>relatif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stabil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menegaskan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terjadi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terutama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memengaruhi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kualitas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inferensi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bukan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performa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sistem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atau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infrastruktur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48A1C29-9CBB-44D2-3DF3-00595556E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790" y="554181"/>
            <a:ext cx="2975257" cy="598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2A0E08-DA28-3A9D-6F42-12B5231C92D7}"/>
              </a:ext>
            </a:extLst>
          </p:cNvPr>
          <p:cNvSpPr txBox="1"/>
          <p:nvPr/>
        </p:nvSpPr>
        <p:spPr>
          <a:xfrm>
            <a:off x="549442" y="2663635"/>
            <a:ext cx="3677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900" dirty="0">
                <a:latin typeface="Aptos Narrow" panose="020B0004020202020204" pitchFamily="34" charset="0"/>
              </a:rPr>
              <a:t>Gambar </a:t>
            </a:r>
            <a:r>
              <a:rPr lang="en-ID" sz="900" dirty="0" err="1">
                <a:latin typeface="Aptos Narrow" panose="020B0004020202020204" pitchFamily="34" charset="0"/>
              </a:rPr>
              <a:t>ini</a:t>
            </a:r>
            <a:r>
              <a:rPr lang="en-ID" sz="900" dirty="0">
                <a:latin typeface="Aptos Narrow" panose="020B0004020202020204" pitchFamily="34" charset="0"/>
              </a:rPr>
              <a:t> </a:t>
            </a:r>
            <a:r>
              <a:rPr lang="en-ID" sz="900" dirty="0" err="1">
                <a:latin typeface="Aptos Narrow" panose="020B0004020202020204" pitchFamily="34" charset="0"/>
              </a:rPr>
              <a:t>menunjukkan</a:t>
            </a:r>
            <a:r>
              <a:rPr lang="en-ID" sz="900" dirty="0">
                <a:latin typeface="Aptos Narrow" panose="020B0004020202020204" pitchFamily="34" charset="0"/>
              </a:rPr>
              <a:t> </a:t>
            </a:r>
            <a:r>
              <a:rPr lang="en-ID" sz="900" dirty="0" err="1">
                <a:latin typeface="Aptos Narrow" panose="020B0004020202020204" pitchFamily="34" charset="0"/>
              </a:rPr>
              <a:t>contoh</a:t>
            </a:r>
            <a:r>
              <a:rPr lang="en-ID" sz="900" dirty="0">
                <a:latin typeface="Aptos Narrow" panose="020B0004020202020204" pitchFamily="34" charset="0"/>
              </a:rPr>
              <a:t> visual </a:t>
            </a:r>
            <a:r>
              <a:rPr lang="en-ID" sz="900" dirty="0" err="1">
                <a:latin typeface="Aptos Narrow" panose="020B0004020202020204" pitchFamily="34" charset="0"/>
              </a:rPr>
              <a:t>penerapan</a:t>
            </a:r>
            <a:r>
              <a:rPr lang="en-ID" sz="900" dirty="0">
                <a:latin typeface="Aptos Narrow" panose="020B0004020202020204" pitchFamily="34" charset="0"/>
              </a:rPr>
              <a:t> Gaussian Noise </a:t>
            </a:r>
            <a:r>
              <a:rPr lang="en-ID" sz="900" dirty="0" err="1">
                <a:latin typeface="Aptos Narrow" panose="020B0004020202020204" pitchFamily="34" charset="0"/>
              </a:rPr>
              <a:t>dengan</a:t>
            </a:r>
            <a:r>
              <a:rPr lang="en-ID" sz="900" dirty="0">
                <a:latin typeface="Aptos Narrow" panose="020B0004020202020204" pitchFamily="34" charset="0"/>
              </a:rPr>
              <a:t> </a:t>
            </a:r>
            <a:r>
              <a:rPr lang="en-ID" sz="900" dirty="0" err="1">
                <a:latin typeface="Aptos Narrow" panose="020B0004020202020204" pitchFamily="34" charset="0"/>
              </a:rPr>
              <a:t>tingkat</a:t>
            </a:r>
            <a:r>
              <a:rPr lang="en-ID" sz="900" dirty="0">
                <a:latin typeface="Aptos Narrow" panose="020B0004020202020204" pitchFamily="34" charset="0"/>
              </a:rPr>
              <a:t> sigma yang </a:t>
            </a:r>
            <a:r>
              <a:rPr lang="en-ID" sz="900" dirty="0" err="1">
                <a:latin typeface="Aptos Narrow" panose="020B0004020202020204" pitchFamily="34" charset="0"/>
              </a:rPr>
              <a:t>meningkat</a:t>
            </a:r>
            <a:r>
              <a:rPr lang="en-ID" sz="900" dirty="0">
                <a:latin typeface="Aptos Narrow" panose="020B0004020202020204" pitchFamily="34" charset="0"/>
              </a:rPr>
              <a:t> pada </a:t>
            </a:r>
            <a:r>
              <a:rPr lang="en-ID" sz="900" dirty="0" err="1">
                <a:latin typeface="Aptos Narrow" panose="020B0004020202020204" pitchFamily="34" charset="0"/>
              </a:rPr>
              <a:t>beberapa</a:t>
            </a:r>
            <a:r>
              <a:rPr lang="en-ID" sz="900" dirty="0">
                <a:latin typeface="Aptos Narrow" panose="020B0004020202020204" pitchFamily="34" charset="0"/>
              </a:rPr>
              <a:t> </a:t>
            </a:r>
            <a:r>
              <a:rPr lang="en-ID" sz="900" dirty="0" err="1">
                <a:latin typeface="Aptos Narrow" panose="020B0004020202020204" pitchFamily="34" charset="0"/>
              </a:rPr>
              <a:t>sampel</a:t>
            </a:r>
            <a:r>
              <a:rPr lang="en-ID" sz="900" dirty="0">
                <a:latin typeface="Aptos Narrow" panose="020B0004020202020204" pitchFamily="34" charset="0"/>
              </a:rPr>
              <a:t> </a:t>
            </a:r>
            <a:r>
              <a:rPr lang="en-ID" sz="900" dirty="0" err="1">
                <a:latin typeface="Aptos Narrow" panose="020B0004020202020204" pitchFamily="34" charset="0"/>
              </a:rPr>
              <a:t>citra</a:t>
            </a:r>
            <a:r>
              <a:rPr lang="en-ID" sz="900" dirty="0">
                <a:latin typeface="Aptos Narrow" panose="020B0004020202020204" pitchFamily="34" charset="0"/>
              </a:rPr>
              <a:t> uji. </a:t>
            </a:r>
          </a:p>
        </p:txBody>
      </p:sp>
    </p:spTree>
    <p:extLst>
      <p:ext uri="{BB962C8B-B14F-4D97-AF65-F5344CB8AC3E}">
        <p14:creationId xmlns:p14="http://schemas.microsoft.com/office/powerpoint/2010/main" val="91037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177CA-C236-FBBF-6653-50221095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F49001-2C8B-2843-87B5-AB13775F8CBC}"/>
              </a:ext>
            </a:extLst>
          </p:cNvPr>
          <p:cNvSpPr txBox="1">
            <a:spLocks/>
          </p:cNvSpPr>
          <p:nvPr/>
        </p:nvSpPr>
        <p:spPr bwMode="gray">
          <a:xfrm>
            <a:off x="414616" y="146401"/>
            <a:ext cx="11456975" cy="69183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Eksperimen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Hasil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Skenario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Compression (Hasil,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Analisis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dan Status Model)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474EF-7840-B8B7-EB5B-6E3F8ED2BB1D}"/>
              </a:ext>
            </a:extLst>
          </p:cNvPr>
          <p:cNvSpPr txBox="1"/>
          <p:nvPr/>
        </p:nvSpPr>
        <p:spPr>
          <a:xfrm>
            <a:off x="489323" y="3429000"/>
            <a:ext cx="8153430" cy="138499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sz="1200" b="1" dirty="0" err="1">
                <a:latin typeface="Aptos Narrow" panose="020B0004020202020204" pitchFamily="34" charset="0"/>
              </a:rPr>
              <a:t>Interpretasi</a:t>
            </a:r>
            <a:r>
              <a:rPr lang="en-ID" sz="1200" b="1" dirty="0">
                <a:latin typeface="Aptos Narrow" panose="020B0004020202020204" pitchFamily="34" charset="0"/>
              </a:rPr>
              <a:t> Utama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sz="1200" dirty="0" err="1">
                <a:latin typeface="Aptos Narrow" panose="020B0004020202020204" pitchFamily="34" charset="0"/>
              </a:rPr>
              <a:t>Eksperimen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menunjukkan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kompresi</a:t>
            </a:r>
            <a:r>
              <a:rPr lang="en-ID" sz="1200" dirty="0">
                <a:latin typeface="Aptos Narrow" panose="020B0004020202020204" pitchFamily="34" charset="0"/>
              </a:rPr>
              <a:t> JPEG pada </a:t>
            </a:r>
            <a:r>
              <a:rPr lang="en-ID" sz="1200" dirty="0" err="1">
                <a:latin typeface="Aptos Narrow" panose="020B0004020202020204" pitchFamily="34" charset="0"/>
              </a:rPr>
              <a:t>rentang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kualitas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diuji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menyebabkan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signifikan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terhadap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kesehatan</a:t>
            </a:r>
            <a:r>
              <a:rPr lang="en-ID" sz="1200" dirty="0">
                <a:latin typeface="Aptos Narrow" panose="020B0004020202020204" pitchFamily="34" charset="0"/>
              </a:rPr>
              <a:t> model. Composite Health Score (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) </a:t>
            </a:r>
            <a:r>
              <a:rPr lang="en-ID" sz="1200" dirty="0" err="1">
                <a:latin typeface="Aptos Narrow" panose="020B0004020202020204" pitchFamily="34" charset="0"/>
              </a:rPr>
              <a:t>tetap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berada</a:t>
            </a:r>
            <a:r>
              <a:rPr lang="en-ID" sz="1200" dirty="0">
                <a:latin typeface="Aptos Narrow" panose="020B0004020202020204" pitchFamily="34" charset="0"/>
              </a:rPr>
              <a:t> pada level </a:t>
            </a:r>
            <a:r>
              <a:rPr lang="en-ID" sz="1200" dirty="0" err="1">
                <a:latin typeface="Aptos Narrow" panose="020B0004020202020204" pitchFamily="34" charset="0"/>
              </a:rPr>
              <a:t>tinggi</a:t>
            </a:r>
            <a:r>
              <a:rPr lang="en-ID" sz="1200" dirty="0">
                <a:latin typeface="Aptos Narrow" panose="020B0004020202020204" pitchFamily="34" charset="0"/>
              </a:rPr>
              <a:t> dan </a:t>
            </a:r>
            <a:r>
              <a:rPr lang="en-ID" sz="1200" dirty="0" err="1">
                <a:latin typeface="Aptos Narrow" panose="020B0004020202020204" pitchFamily="34" charset="0"/>
              </a:rPr>
              <a:t>stabil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menandakan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informasi</a:t>
            </a:r>
            <a:r>
              <a:rPr lang="en-ID" sz="1200" dirty="0">
                <a:latin typeface="Aptos Narrow" panose="020B0004020202020204" pitchFamily="34" charset="0"/>
              </a:rPr>
              <a:t> visual </a:t>
            </a:r>
            <a:r>
              <a:rPr lang="en-ID" sz="1200" dirty="0" err="1">
                <a:latin typeface="Aptos Narrow" panose="020B0004020202020204" pitchFamily="34" charset="0"/>
              </a:rPr>
              <a:t>kritis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digunakan</a:t>
            </a:r>
            <a:r>
              <a:rPr lang="en-ID" sz="1200" dirty="0">
                <a:latin typeface="Aptos Narrow" panose="020B0004020202020204" pitchFamily="34" charset="0"/>
              </a:rPr>
              <a:t> model </a:t>
            </a:r>
            <a:r>
              <a:rPr lang="en-ID" sz="1200" dirty="0" err="1">
                <a:latin typeface="Aptos Narrow" panose="020B0004020202020204" pitchFamily="34" charset="0"/>
              </a:rPr>
              <a:t>masih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terjaga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meskipun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kualitas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citra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visual </a:t>
            </a:r>
            <a:r>
              <a:rPr lang="en-ID" sz="1200" dirty="0" err="1">
                <a:latin typeface="Aptos Narrow" panose="020B0004020202020204" pitchFamily="34" charset="0"/>
              </a:rPr>
              <a:t>menurun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sz="1200" dirty="0" err="1">
                <a:latin typeface="Aptos Narrow" panose="020B0004020202020204" pitchFamily="34" charset="0"/>
              </a:rPr>
              <a:t>Stabilitas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 juga </a:t>
            </a:r>
            <a:r>
              <a:rPr lang="en-ID" sz="1200" dirty="0" err="1">
                <a:latin typeface="Aptos Narrow" panose="020B0004020202020204" pitchFamily="34" charset="0"/>
              </a:rPr>
              <a:t>mengindikasikan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bahwa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pendekatan</a:t>
            </a:r>
            <a:r>
              <a:rPr lang="en-ID" sz="1200" dirty="0">
                <a:latin typeface="Aptos Narrow" panose="020B0004020202020204" pitchFamily="34" charset="0"/>
              </a:rPr>
              <a:t> multi-</a:t>
            </a:r>
            <a:r>
              <a:rPr lang="en-ID" sz="1200" dirty="0" err="1">
                <a:latin typeface="Aptos Narrow" panose="020B0004020202020204" pitchFamily="34" charset="0"/>
              </a:rPr>
              <a:t>metrik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tidak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menghasilkan</a:t>
            </a:r>
            <a:r>
              <a:rPr lang="en-ID" sz="1200" dirty="0">
                <a:latin typeface="Aptos Narrow" panose="020B0004020202020204" pitchFamily="34" charset="0"/>
              </a:rPr>
              <a:t> false alarm </a:t>
            </a:r>
            <a:r>
              <a:rPr lang="en-ID" sz="1200" dirty="0" err="1">
                <a:latin typeface="Aptos Narrow" panose="020B0004020202020204" pitchFamily="34" charset="0"/>
              </a:rPr>
              <a:t>ketika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perubahan</a:t>
            </a:r>
            <a:r>
              <a:rPr lang="en-ID" sz="1200" dirty="0">
                <a:latin typeface="Aptos Narrow" panose="020B0004020202020204" pitchFamily="34" charset="0"/>
              </a:rPr>
              <a:t> visual </a:t>
            </a:r>
            <a:r>
              <a:rPr lang="en-ID" sz="1200" dirty="0" err="1">
                <a:latin typeface="Aptos Narrow" panose="020B0004020202020204" pitchFamily="34" charset="0"/>
              </a:rPr>
              <a:t>belum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berdampak</a:t>
            </a:r>
            <a:r>
              <a:rPr lang="en-ID" sz="1200" dirty="0">
                <a:latin typeface="Aptos Narrow" panose="020B0004020202020204" pitchFamily="34" charset="0"/>
              </a:rPr>
              <a:t> pada </a:t>
            </a:r>
            <a:r>
              <a:rPr lang="en-ID" sz="1200" dirty="0" err="1">
                <a:latin typeface="Aptos Narrow" panose="020B0004020202020204" pitchFamily="34" charset="0"/>
              </a:rPr>
              <a:t>perilaku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prediksi</a:t>
            </a:r>
            <a:r>
              <a:rPr lang="en-ID" sz="1200" dirty="0">
                <a:latin typeface="Aptos Narrow" panose="020B0004020202020204" pitchFamily="34" charset="0"/>
              </a:rPr>
              <a:t> model. </a:t>
            </a:r>
            <a:r>
              <a:rPr lang="en-ID" sz="1200" dirty="0" err="1">
                <a:latin typeface="Aptos Narrow" panose="020B0004020202020204" pitchFamily="34" charset="0"/>
              </a:rPr>
              <a:t>Dengan</a:t>
            </a:r>
            <a:r>
              <a:rPr lang="en-ID" sz="1200" dirty="0">
                <a:latin typeface="Aptos Narrow" panose="020B0004020202020204" pitchFamily="34" charset="0"/>
              </a:rPr>
              <a:t> kata lain, </a:t>
            </a:r>
            <a:r>
              <a:rPr lang="en-ID" sz="1200" dirty="0" err="1">
                <a:latin typeface="Aptos Narrow" panose="020B0004020202020204" pitchFamily="34" charset="0"/>
              </a:rPr>
              <a:t>sistem</a:t>
            </a:r>
            <a:r>
              <a:rPr lang="en-ID" sz="1200" dirty="0">
                <a:latin typeface="Aptos Narrow" panose="020B0004020202020204" pitchFamily="34" charset="0"/>
              </a:rPr>
              <a:t> monitoring </a:t>
            </a:r>
            <a:r>
              <a:rPr lang="en-ID" sz="1200" dirty="0" err="1">
                <a:latin typeface="Aptos Narrow" panose="020B0004020202020204" pitchFamily="34" charset="0"/>
              </a:rPr>
              <a:t>mampu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membedakan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visual </a:t>
            </a:r>
            <a:r>
              <a:rPr lang="en-ID" sz="1200" dirty="0" err="1">
                <a:latin typeface="Aptos Narrow" panose="020B0004020202020204" pitchFamily="34" charset="0"/>
              </a:rPr>
              <a:t>ringan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dari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yang </a:t>
            </a:r>
            <a:r>
              <a:rPr lang="en-ID" sz="1200" dirty="0" err="1">
                <a:latin typeface="Aptos Narrow" panose="020B0004020202020204" pitchFamily="34" charset="0"/>
              </a:rPr>
              <a:t>benar-benar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memengaruhi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performa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inferensi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049DEF-E577-F00A-8EDF-0E8C32D05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781" y="766171"/>
            <a:ext cx="3899972" cy="232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BC4003D-3C13-F668-97B5-CBC118132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6" r="28253" b="46690"/>
          <a:stretch>
            <a:fillRect/>
          </a:stretch>
        </p:blipFill>
        <p:spPr bwMode="auto">
          <a:xfrm>
            <a:off x="489323" y="838232"/>
            <a:ext cx="4188555" cy="21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84570E-7169-3180-2DD1-0321B7A959DE}"/>
              </a:ext>
            </a:extLst>
          </p:cNvPr>
          <p:cNvSpPr txBox="1"/>
          <p:nvPr/>
        </p:nvSpPr>
        <p:spPr>
          <a:xfrm>
            <a:off x="489323" y="4898685"/>
            <a:ext cx="8153430" cy="156966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D" sz="1200" b="1" dirty="0">
                <a:latin typeface="Aptos Narrow" panose="020B0004020202020204" pitchFamily="34" charset="0"/>
              </a:rPr>
              <a:t>Fakta </a:t>
            </a:r>
            <a:r>
              <a:rPr lang="en-ID" sz="1200" b="1" dirty="0" err="1">
                <a:latin typeface="Aptos Narrow" panose="020B0004020202020204" pitchFamily="34" charset="0"/>
              </a:rPr>
              <a:t>dari</a:t>
            </a:r>
            <a:r>
              <a:rPr lang="en-ID" sz="1200" b="1" dirty="0">
                <a:latin typeface="Aptos Narrow" panose="020B0004020202020204" pitchFamily="34" charset="0"/>
              </a:rPr>
              <a:t> </a:t>
            </a:r>
            <a:r>
              <a:rPr lang="en-ID" sz="1200" b="1" dirty="0" err="1">
                <a:latin typeface="Aptos Narrow" panose="020B0004020202020204" pitchFamily="34" charset="0"/>
              </a:rPr>
              <a:t>hasil</a:t>
            </a:r>
            <a:r>
              <a:rPr lang="en-ID" sz="1200" b="1" dirty="0">
                <a:latin typeface="Aptos Narrow" panose="020B0004020202020204" pitchFamily="34" charset="0"/>
              </a:rPr>
              <a:t> </a:t>
            </a:r>
            <a:r>
              <a:rPr lang="en-ID" sz="1200" b="1" dirty="0" err="1">
                <a:latin typeface="Aptos Narrow" panose="020B0004020202020204" pitchFamily="34" charset="0"/>
              </a:rPr>
              <a:t>eksperimen</a:t>
            </a:r>
            <a:endParaRPr lang="en-ID" sz="1200" b="1" dirty="0">
              <a:latin typeface="Aptos Narrow" panose="020B00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 err="1">
                <a:latin typeface="Aptos Narrow" panose="020B0004020202020204" pitchFamily="34" charset="0"/>
              </a:rPr>
              <a:t>D_prod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konsisten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tinggi</a:t>
            </a:r>
            <a:r>
              <a:rPr lang="en-US" altLang="en-US" sz="1200" dirty="0">
                <a:latin typeface="Aptos Narrow" panose="020B0004020202020204" pitchFamily="34" charset="0"/>
              </a:rPr>
              <a:t> (≈ 0.95–0.99) pada </a:t>
            </a:r>
            <a:r>
              <a:rPr lang="en-US" altLang="en-US" sz="1200" dirty="0" err="1">
                <a:latin typeface="Aptos Narrow" panose="020B0004020202020204" pitchFamily="34" charset="0"/>
              </a:rPr>
              <a:t>seluruh</a:t>
            </a:r>
            <a:r>
              <a:rPr lang="en-US" altLang="en-US" sz="1200" dirty="0">
                <a:latin typeface="Aptos Narrow" panose="020B0004020202020204" pitchFamily="34" charset="0"/>
              </a:rPr>
              <a:t> level </a:t>
            </a:r>
            <a:r>
              <a:rPr lang="en-US" altLang="en-US" sz="1200" dirty="0" err="1">
                <a:latin typeface="Aptos Narrow" panose="020B0004020202020204" pitchFamily="34" charset="0"/>
              </a:rPr>
              <a:t>kualitas</a:t>
            </a:r>
            <a:r>
              <a:rPr lang="en-US" altLang="en-US" sz="1200" dirty="0">
                <a:latin typeface="Aptos Narrow" panose="020B0004020202020204" pitchFamily="34" charset="0"/>
              </a:rPr>
              <a:t> JPEG yang </a:t>
            </a:r>
            <a:r>
              <a:rPr lang="en-US" altLang="en-US" sz="1200" dirty="0" err="1">
                <a:latin typeface="Aptos Narrow" panose="020B0004020202020204" pitchFamily="34" charset="0"/>
              </a:rPr>
              <a:t>diuji</a:t>
            </a:r>
            <a:r>
              <a:rPr lang="en-US" altLang="en-US" sz="1200" dirty="0">
                <a:latin typeface="Aptos Narrow" panose="020B0004020202020204" pitchFamily="34" charset="0"/>
              </a:rPr>
              <a:t> (Q = 50 </a:t>
            </a:r>
            <a:r>
              <a:rPr lang="en-US" altLang="en-US" sz="1200" dirty="0" err="1">
                <a:latin typeface="Aptos Narrow" panose="020B0004020202020204" pitchFamily="34" charset="0"/>
              </a:rPr>
              <a:t>hingga</a:t>
            </a:r>
            <a:r>
              <a:rPr lang="en-US" altLang="en-US" sz="1200" dirty="0">
                <a:latin typeface="Aptos Narrow" panose="020B0004020202020204" pitchFamily="34" charset="0"/>
              </a:rPr>
              <a:t> Q = 5).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 err="1">
                <a:latin typeface="Aptos Narrow" panose="020B0004020202020204" pitchFamily="34" charset="0"/>
              </a:rPr>
              <a:t>Seluruh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nilai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D_prod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berada</a:t>
            </a:r>
            <a:r>
              <a:rPr lang="en-US" altLang="en-US" sz="1200" dirty="0">
                <a:latin typeface="Aptos Narrow" panose="020B0004020202020204" pitchFamily="34" charset="0"/>
              </a:rPr>
              <a:t> di </a:t>
            </a:r>
            <a:r>
              <a:rPr lang="en-US" altLang="en-US" sz="1200" dirty="0" err="1">
                <a:latin typeface="Aptos Narrow" panose="020B0004020202020204" pitchFamily="34" charset="0"/>
              </a:rPr>
              <a:t>atas</a:t>
            </a:r>
            <a:r>
              <a:rPr lang="en-US" altLang="en-US" sz="1200" dirty="0">
                <a:latin typeface="Aptos Narrow" panose="020B0004020202020204" pitchFamily="34" charset="0"/>
              </a:rPr>
              <a:t> threshold Healthy (≥ 0.85), </a:t>
            </a:r>
            <a:r>
              <a:rPr lang="en-US" altLang="en-US" sz="1200" dirty="0" err="1">
                <a:latin typeface="Aptos Narrow" panose="020B0004020202020204" pitchFamily="34" charset="0"/>
              </a:rPr>
              <a:t>sehingga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tidak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terjadi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transisi</a:t>
            </a:r>
            <a:r>
              <a:rPr lang="en-US" altLang="en-US" sz="1200" dirty="0">
                <a:latin typeface="Aptos Narrow" panose="020B0004020202020204" pitchFamily="34" charset="0"/>
              </a:rPr>
              <a:t> status model.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PSI, KL Divergence, dan Class Shift </a:t>
            </a:r>
            <a:r>
              <a:rPr lang="en-US" altLang="en-US" sz="1200" dirty="0" err="1">
                <a:latin typeface="Aptos Narrow" panose="020B0004020202020204" pitchFamily="34" charset="0"/>
              </a:rPr>
              <a:t>menunjukkan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fluktuasi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kecil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tanpa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pola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peningkatan</a:t>
            </a:r>
            <a:r>
              <a:rPr lang="en-US" altLang="en-US" sz="1200" dirty="0">
                <a:latin typeface="Aptos Narrow" panose="020B0004020202020204" pitchFamily="34" charset="0"/>
              </a:rPr>
              <a:t> yang </a:t>
            </a:r>
            <a:r>
              <a:rPr lang="en-US" altLang="en-US" sz="1200" dirty="0" err="1">
                <a:latin typeface="Aptos Narrow" panose="020B0004020202020204" pitchFamily="34" charset="0"/>
              </a:rPr>
              <a:t>konsisten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Confidence Ratio </a:t>
            </a:r>
            <a:r>
              <a:rPr lang="en-US" altLang="en-US" sz="1200" dirty="0" err="1">
                <a:latin typeface="Aptos Narrow" panose="020B0004020202020204" pitchFamily="34" charset="0"/>
              </a:rPr>
              <a:t>relatif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stabil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atau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sedikit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meningkat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menunjukkan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bahwa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tingkat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kepercayaan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prediksi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tidak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terpengaruh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secara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signifikan</a:t>
            </a:r>
            <a:r>
              <a:rPr lang="en-US" altLang="en-US" sz="1200" dirty="0">
                <a:latin typeface="Aptos Narrow" panose="020B0004020202020204" pitchFamily="34" charset="0"/>
              </a:rPr>
              <a:t> oleh </a:t>
            </a:r>
            <a:r>
              <a:rPr lang="en-US" altLang="en-US" sz="1200" dirty="0" err="1">
                <a:latin typeface="Aptos Narrow" panose="020B0004020202020204" pitchFamily="34" charset="0"/>
              </a:rPr>
              <a:t>kompresi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P95 Latency </a:t>
            </a:r>
            <a:r>
              <a:rPr lang="en-US" altLang="en-US" sz="1200" dirty="0" err="1">
                <a:latin typeface="Aptos Narrow" panose="020B0004020202020204" pitchFamily="34" charset="0"/>
              </a:rPr>
              <a:t>berfluktuasi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ringan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namun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tidak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membentuk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tren</a:t>
            </a:r>
            <a:r>
              <a:rPr lang="en-US" altLang="en-US" sz="1200" dirty="0">
                <a:latin typeface="Aptos Narrow" panose="020B0004020202020204" pitchFamily="34" charset="0"/>
              </a:rPr>
              <a:t> yang </a:t>
            </a:r>
            <a:r>
              <a:rPr lang="en-US" altLang="en-US" sz="1200" dirty="0" err="1">
                <a:latin typeface="Aptos Narrow" panose="020B0004020202020204" pitchFamily="34" charset="0"/>
              </a:rPr>
              <a:t>berkorelasi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dengan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penurunan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kualitas</a:t>
            </a:r>
            <a:r>
              <a:rPr lang="en-US" altLang="en-US" sz="1200" dirty="0">
                <a:latin typeface="Aptos Narrow" panose="020B0004020202020204" pitchFamily="34" charset="0"/>
              </a:rPr>
              <a:t> JPEG, </a:t>
            </a:r>
            <a:r>
              <a:rPr lang="en-US" altLang="en-US" sz="1200" dirty="0" err="1">
                <a:latin typeface="Aptos Narrow" panose="020B0004020202020204" pitchFamily="34" charset="0"/>
              </a:rPr>
              <a:t>sehingga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tidak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merefleksikan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degradasi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sistemik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4664F80-B46A-4BE9-B839-F10B145DA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105" y="654576"/>
            <a:ext cx="3026279" cy="608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CAAB6-357A-016E-65A4-0A7730DAAD88}"/>
              </a:ext>
            </a:extLst>
          </p:cNvPr>
          <p:cNvSpPr txBox="1"/>
          <p:nvPr/>
        </p:nvSpPr>
        <p:spPr>
          <a:xfrm>
            <a:off x="414616" y="2890203"/>
            <a:ext cx="4219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000" dirty="0">
                <a:latin typeface="Aptos Narrow" panose="020B0004020202020204" pitchFamily="34" charset="0"/>
              </a:rPr>
              <a:t>Gambar </a:t>
            </a:r>
            <a:r>
              <a:rPr lang="en-ID" sz="1000" dirty="0" err="1">
                <a:latin typeface="Aptos Narrow" panose="020B0004020202020204" pitchFamily="34" charset="0"/>
              </a:rPr>
              <a:t>ini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menampilkan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perbandingan</a:t>
            </a:r>
            <a:r>
              <a:rPr lang="en-ID" sz="1000" dirty="0">
                <a:latin typeface="Aptos Narrow" panose="020B0004020202020204" pitchFamily="34" charset="0"/>
              </a:rPr>
              <a:t> visual </a:t>
            </a:r>
            <a:r>
              <a:rPr lang="en-ID" sz="1000" dirty="0" err="1">
                <a:latin typeface="Aptos Narrow" panose="020B0004020202020204" pitchFamily="34" charset="0"/>
              </a:rPr>
              <a:t>citra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asli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dengan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citra</a:t>
            </a:r>
            <a:r>
              <a:rPr lang="en-ID" sz="1000" dirty="0">
                <a:latin typeface="Aptos Narrow" panose="020B0004020202020204" pitchFamily="34" charset="0"/>
              </a:rPr>
              <a:t> yang </a:t>
            </a:r>
            <a:r>
              <a:rPr lang="en-ID" sz="1000" dirty="0" err="1">
                <a:latin typeface="Aptos Narrow" panose="020B0004020202020204" pitchFamily="34" charset="0"/>
              </a:rPr>
              <a:t>telah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mengalami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kompresi</a:t>
            </a:r>
            <a:r>
              <a:rPr lang="en-ID" sz="1000" dirty="0">
                <a:latin typeface="Aptos Narrow" panose="020B0004020202020204" pitchFamily="34" charset="0"/>
              </a:rPr>
              <a:t> JPEG pada </a:t>
            </a:r>
            <a:r>
              <a:rPr lang="en-ID" sz="1000" dirty="0" err="1">
                <a:latin typeface="Aptos Narrow" panose="020B0004020202020204" pitchFamily="34" charset="0"/>
              </a:rPr>
              <a:t>berbagai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tingkat</a:t>
            </a:r>
            <a:r>
              <a:rPr lang="en-ID" sz="1000" dirty="0">
                <a:latin typeface="Aptos Narrow" panose="020B0004020202020204" pitchFamily="34" charset="0"/>
              </a:rPr>
              <a:t> </a:t>
            </a:r>
            <a:r>
              <a:rPr lang="en-ID" sz="1000" dirty="0" err="1">
                <a:latin typeface="Aptos Narrow" panose="020B0004020202020204" pitchFamily="34" charset="0"/>
              </a:rPr>
              <a:t>kualitas</a:t>
            </a:r>
            <a:r>
              <a:rPr lang="en-ID" sz="1000" dirty="0">
                <a:latin typeface="Aptos Narrow" panose="020B0004020202020204" pitchFamily="34" charset="0"/>
              </a:rPr>
              <a:t> (Q = 30 </a:t>
            </a:r>
            <a:r>
              <a:rPr lang="en-ID" sz="1000" dirty="0" err="1">
                <a:latin typeface="Aptos Narrow" panose="020B0004020202020204" pitchFamily="34" charset="0"/>
              </a:rPr>
              <a:t>hingga</a:t>
            </a:r>
            <a:r>
              <a:rPr lang="en-ID" sz="1000" dirty="0">
                <a:latin typeface="Aptos Narrow" panose="020B0004020202020204" pitchFamily="34" charset="0"/>
              </a:rPr>
              <a:t> Q = 5).</a:t>
            </a:r>
          </a:p>
        </p:txBody>
      </p:sp>
    </p:spTree>
    <p:extLst>
      <p:ext uri="{BB962C8B-B14F-4D97-AF65-F5344CB8AC3E}">
        <p14:creationId xmlns:p14="http://schemas.microsoft.com/office/powerpoint/2010/main" val="1719246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AC3EF-0204-B603-B403-5F099A4D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53983C-1393-4746-0E3B-71B936159EF4}"/>
              </a:ext>
            </a:extLst>
          </p:cNvPr>
          <p:cNvSpPr txBox="1">
            <a:spLocks/>
          </p:cNvSpPr>
          <p:nvPr/>
        </p:nvSpPr>
        <p:spPr bwMode="gray">
          <a:xfrm>
            <a:off x="367512" y="-65294"/>
            <a:ext cx="11456975" cy="691831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Eksperimen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Hasil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Skenario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Lighting (Hasil,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Analisis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dan Status Model)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AE957-5723-29D9-568A-AFEB72154517}"/>
              </a:ext>
            </a:extLst>
          </p:cNvPr>
          <p:cNvSpPr txBox="1"/>
          <p:nvPr/>
        </p:nvSpPr>
        <p:spPr>
          <a:xfrm>
            <a:off x="462722" y="2933226"/>
            <a:ext cx="8234434" cy="12003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D" sz="1200" b="1" u="sng" dirty="0" err="1">
                <a:latin typeface="Aptos Narrow" panose="020B0004020202020204" pitchFamily="34" charset="0"/>
              </a:rPr>
              <a:t>Interpretasi</a:t>
            </a:r>
            <a:r>
              <a:rPr lang="en-ID" sz="1200" b="1" u="sng" dirty="0">
                <a:latin typeface="Aptos Narrow" panose="020B0004020202020204" pitchFamily="34" charset="0"/>
              </a:rPr>
              <a:t> Utama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sz="1200" dirty="0" err="1">
                <a:latin typeface="Aptos Narrow" panose="020B0004020202020204" pitchFamily="34" charset="0"/>
              </a:rPr>
              <a:t>Perubahan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pencahayaan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memberikan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dampak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yang paling </a:t>
            </a:r>
            <a:r>
              <a:rPr lang="en-ID" sz="1200" dirty="0" err="1">
                <a:latin typeface="Aptos Narrow" panose="020B0004020202020204" pitchFamily="34" charset="0"/>
              </a:rPr>
              <a:t>nyata</a:t>
            </a:r>
            <a:r>
              <a:rPr lang="en-ID" sz="1200" dirty="0">
                <a:latin typeface="Aptos Narrow" panose="020B0004020202020204" pitchFamily="34" charset="0"/>
              </a:rPr>
              <a:t> dan </a:t>
            </a:r>
            <a:r>
              <a:rPr lang="en-ID" sz="1200" dirty="0" err="1">
                <a:latin typeface="Aptos Narrow" panose="020B0004020202020204" pitchFamily="34" charset="0"/>
              </a:rPr>
              <a:t>progresif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terhadap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kesehatan</a:t>
            </a:r>
            <a:r>
              <a:rPr lang="en-ID" sz="1200" dirty="0">
                <a:latin typeface="Aptos Narrow" panose="020B0004020202020204" pitchFamily="34" charset="0"/>
              </a:rPr>
              <a:t> model </a:t>
            </a:r>
            <a:r>
              <a:rPr lang="en-ID" sz="1200" dirty="0" err="1">
                <a:latin typeface="Aptos Narrow" panose="020B0004020202020204" pitchFamily="34" charset="0"/>
              </a:rPr>
              <a:t>dibandingkan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skenario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lainnya</a:t>
            </a:r>
            <a:r>
              <a:rPr lang="en-ID" sz="1200" dirty="0">
                <a:latin typeface="Aptos Narrow" panose="020B0004020202020204" pitchFamily="34" charset="0"/>
              </a:rPr>
              <a:t>. </a:t>
            </a:r>
            <a:r>
              <a:rPr lang="en-ID" sz="1200" dirty="0" err="1">
                <a:latin typeface="Aptos Narrow" panose="020B0004020202020204" pitchFamily="34" charset="0"/>
              </a:rPr>
              <a:t>Penurunan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i="1" dirty="0">
                <a:latin typeface="Aptos Narrow" panose="020B0004020202020204" pitchFamily="34" charset="0"/>
              </a:rPr>
              <a:t>lighting factor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langsung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memengaruhi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kemampuan</a:t>
            </a:r>
            <a:r>
              <a:rPr lang="en-ID" sz="1200" dirty="0">
                <a:latin typeface="Aptos Narrow" panose="020B0004020202020204" pitchFamily="34" charset="0"/>
              </a:rPr>
              <a:t> model </a:t>
            </a:r>
            <a:r>
              <a:rPr lang="en-ID" sz="1200" dirty="0" err="1">
                <a:latin typeface="Aptos Narrow" panose="020B0004020202020204" pitchFamily="34" charset="0"/>
              </a:rPr>
              <a:t>dalam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mengekstraksi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fitur</a:t>
            </a:r>
            <a:r>
              <a:rPr lang="en-ID" sz="1200" dirty="0">
                <a:latin typeface="Aptos Narrow" panose="020B0004020202020204" pitchFamily="34" charset="0"/>
              </a:rPr>
              <a:t> visual yang </a:t>
            </a:r>
            <a:r>
              <a:rPr lang="en-ID" sz="1200" dirty="0" err="1">
                <a:latin typeface="Aptos Narrow" panose="020B0004020202020204" pitchFamily="34" charset="0"/>
              </a:rPr>
              <a:t>relevan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sehingga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tercermin</a:t>
            </a:r>
            <a:r>
              <a:rPr lang="en-ID" sz="1200" dirty="0">
                <a:latin typeface="Aptos Narrow" panose="020B0004020202020204" pitchFamily="34" charset="0"/>
              </a:rPr>
              <a:t> pada </a:t>
            </a:r>
            <a:r>
              <a:rPr lang="en-ID" sz="1200" dirty="0" err="1">
                <a:latin typeface="Aptos Narrow" panose="020B0004020202020204" pitchFamily="34" charset="0"/>
              </a:rPr>
              <a:t>penurunan</a:t>
            </a:r>
            <a:r>
              <a:rPr lang="en-ID" sz="1200" dirty="0">
                <a:latin typeface="Aptos Narrow" panose="020B0004020202020204" pitchFamily="34" charset="0"/>
              </a:rPr>
              <a:t> Composite Health Score (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) yang </a:t>
            </a:r>
            <a:r>
              <a:rPr lang="en-ID" sz="1200" dirty="0" err="1">
                <a:latin typeface="Aptos Narrow" panose="020B0004020202020204" pitchFamily="34" charset="0"/>
              </a:rPr>
              <a:t>konsisten</a:t>
            </a:r>
            <a:r>
              <a:rPr lang="en-ID" sz="1200" dirty="0">
                <a:latin typeface="Aptos Narrow" panose="020B0004020202020204" pitchFamily="34" charset="0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sz="1200" dirty="0" err="1">
                <a:latin typeface="Aptos Narrow" panose="020B0004020202020204" pitchFamily="34" charset="0"/>
              </a:rPr>
              <a:t>Pendekatan</a:t>
            </a:r>
            <a:r>
              <a:rPr lang="en-ID" sz="1200" dirty="0">
                <a:latin typeface="Aptos Narrow" panose="020B0004020202020204" pitchFamily="34" charset="0"/>
              </a:rPr>
              <a:t> multi-</a:t>
            </a:r>
            <a:r>
              <a:rPr lang="en-ID" sz="1200" dirty="0" err="1">
                <a:latin typeface="Aptos Narrow" panose="020B0004020202020204" pitchFamily="34" charset="0"/>
              </a:rPr>
              <a:t>metrik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melalui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D_prod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mampu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menangkap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degradasi</a:t>
            </a:r>
            <a:r>
              <a:rPr lang="en-ID" sz="1200" dirty="0">
                <a:latin typeface="Aptos Narrow" panose="020B0004020202020204" pitchFamily="34" charset="0"/>
              </a:rPr>
              <a:t> lighting </a:t>
            </a:r>
            <a:r>
              <a:rPr lang="en-ID" sz="1200" dirty="0" err="1">
                <a:latin typeface="Aptos Narrow" panose="020B0004020202020204" pitchFamily="34" charset="0"/>
              </a:rPr>
              <a:t>secara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lebih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terstruktur</a:t>
            </a:r>
            <a:r>
              <a:rPr lang="en-ID" sz="1200" dirty="0">
                <a:latin typeface="Aptos Narrow" panose="020B0004020202020204" pitchFamily="34" charset="0"/>
              </a:rPr>
              <a:t> dan </a:t>
            </a:r>
            <a:r>
              <a:rPr lang="en-ID" sz="1200" dirty="0" err="1">
                <a:latin typeface="Aptos Narrow" panose="020B0004020202020204" pitchFamily="34" charset="0"/>
              </a:rPr>
              <a:t>stabil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karena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menggabungkan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sinyal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dari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perubahan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distribusi</a:t>
            </a:r>
            <a:r>
              <a:rPr lang="en-ID" sz="1200" dirty="0">
                <a:latin typeface="Aptos Narrow" panose="020B0004020202020204" pitchFamily="34" charset="0"/>
              </a:rPr>
              <a:t> data, </a:t>
            </a:r>
            <a:r>
              <a:rPr lang="en-ID" sz="1200" dirty="0" err="1">
                <a:latin typeface="Aptos Narrow" panose="020B0004020202020204" pitchFamily="34" charset="0"/>
              </a:rPr>
              <a:t>penurunan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kepercayaan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prediksi</a:t>
            </a:r>
            <a:r>
              <a:rPr lang="en-ID" sz="1200" dirty="0">
                <a:latin typeface="Aptos Narrow" panose="020B0004020202020204" pitchFamily="34" charset="0"/>
              </a:rPr>
              <a:t>, </a:t>
            </a:r>
            <a:r>
              <a:rPr lang="en-ID" sz="1200" dirty="0" err="1">
                <a:latin typeface="Aptos Narrow" panose="020B0004020202020204" pitchFamily="34" charset="0"/>
              </a:rPr>
              <a:t>serta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pergeseran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proporsi</a:t>
            </a:r>
            <a:r>
              <a:rPr lang="en-ID" sz="1200" dirty="0">
                <a:latin typeface="Aptos Narrow" panose="020B0004020202020204" pitchFamily="34" charset="0"/>
              </a:rPr>
              <a:t> </a:t>
            </a:r>
            <a:r>
              <a:rPr lang="en-ID" sz="1200" dirty="0" err="1">
                <a:latin typeface="Aptos Narrow" panose="020B0004020202020204" pitchFamily="34" charset="0"/>
              </a:rPr>
              <a:t>kelas</a:t>
            </a:r>
            <a:r>
              <a:rPr lang="en-ID" sz="1200" dirty="0">
                <a:latin typeface="Aptos Narrow" panose="020B0004020202020204" pitchFamily="34" charset="0"/>
              </a:rPr>
              <a:t>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DD78FF4-E93E-4AB4-3141-1CB10C908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177" y="626537"/>
            <a:ext cx="3712979" cy="221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3B95B16-EB93-3476-ED23-B51257984C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05"/>
          <a:stretch>
            <a:fillRect/>
          </a:stretch>
        </p:blipFill>
        <p:spPr bwMode="auto">
          <a:xfrm>
            <a:off x="467092" y="414550"/>
            <a:ext cx="4297413" cy="242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93E0A0-E1AB-A5A3-F887-F60C594D555A}"/>
              </a:ext>
            </a:extLst>
          </p:cNvPr>
          <p:cNvSpPr txBox="1"/>
          <p:nvPr/>
        </p:nvSpPr>
        <p:spPr>
          <a:xfrm>
            <a:off x="462722" y="4267290"/>
            <a:ext cx="8234434" cy="230832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sz="1200" b="1" u="sng" dirty="0">
                <a:latin typeface="Aptos Narrow" panose="020B0004020202020204" pitchFamily="34" charset="0"/>
              </a:rPr>
              <a:t>Fakta </a:t>
            </a:r>
            <a:r>
              <a:rPr lang="en-ID" sz="1200" b="1" u="sng" dirty="0" err="1">
                <a:latin typeface="Aptos Narrow" panose="020B0004020202020204" pitchFamily="34" charset="0"/>
              </a:rPr>
              <a:t>dari</a:t>
            </a:r>
            <a:r>
              <a:rPr lang="en-ID" sz="1200" b="1" u="sng" dirty="0">
                <a:latin typeface="Aptos Narrow" panose="020B0004020202020204" pitchFamily="34" charset="0"/>
              </a:rPr>
              <a:t> Hasil </a:t>
            </a:r>
            <a:r>
              <a:rPr lang="en-ID" sz="1200" b="1" u="sng" dirty="0" err="1">
                <a:latin typeface="Aptos Narrow" panose="020B0004020202020204" pitchFamily="34" charset="0"/>
              </a:rPr>
              <a:t>Eksperimen</a:t>
            </a:r>
            <a:endParaRPr lang="en-ID" sz="1200" b="1" u="sng" dirty="0">
              <a:latin typeface="Aptos Narrow" panose="020B00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 err="1">
                <a:latin typeface="Aptos Narrow" panose="020B0004020202020204" pitchFamily="34" charset="0"/>
              </a:rPr>
              <a:t>D_prod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menunjukkan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tren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penurunan</a:t>
            </a:r>
            <a:r>
              <a:rPr lang="en-US" altLang="en-US" sz="1200" dirty="0">
                <a:latin typeface="Aptos Narrow" panose="020B0004020202020204" pitchFamily="34" charset="0"/>
              </a:rPr>
              <a:t> yang </a:t>
            </a:r>
            <a:r>
              <a:rPr lang="en-US" altLang="en-US" sz="1200" dirty="0" err="1">
                <a:latin typeface="Aptos Narrow" panose="020B0004020202020204" pitchFamily="34" charset="0"/>
              </a:rPr>
              <a:t>konsisten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seiring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menurunnya</a:t>
            </a:r>
            <a:r>
              <a:rPr lang="en-US" altLang="en-US" sz="1200" dirty="0">
                <a:latin typeface="Aptos Narrow" panose="020B0004020202020204" pitchFamily="34" charset="0"/>
              </a:rPr>
              <a:t> lighting factor, </a:t>
            </a:r>
            <a:r>
              <a:rPr lang="en-US" altLang="en-US" sz="1200" dirty="0" err="1">
                <a:latin typeface="Aptos Narrow" panose="020B0004020202020204" pitchFamily="34" charset="0"/>
              </a:rPr>
              <a:t>dari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kondisi</a:t>
            </a:r>
            <a:r>
              <a:rPr lang="en-US" altLang="en-US" sz="1200" dirty="0">
                <a:latin typeface="Aptos Narrow" panose="020B0004020202020204" pitchFamily="34" charset="0"/>
              </a:rPr>
              <a:t> normal </a:t>
            </a:r>
            <a:r>
              <a:rPr lang="en-US" altLang="en-US" sz="1200" dirty="0" err="1">
                <a:latin typeface="Aptos Narrow" panose="020B0004020202020204" pitchFamily="34" charset="0"/>
              </a:rPr>
              <a:t>hingga</a:t>
            </a:r>
            <a:r>
              <a:rPr lang="en-US" altLang="en-US" sz="1200" dirty="0">
                <a:latin typeface="Aptos Narrow" panose="020B0004020202020204" pitchFamily="34" charset="0"/>
              </a:rPr>
              <a:t> sangat </a:t>
            </a:r>
            <a:r>
              <a:rPr lang="en-US" altLang="en-US" sz="1200" dirty="0" err="1">
                <a:latin typeface="Aptos Narrow" panose="020B0004020202020204" pitchFamily="34" charset="0"/>
              </a:rPr>
              <a:t>gelap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Pada </a:t>
            </a:r>
            <a:r>
              <a:rPr lang="en-US" altLang="en-US" sz="1200" dirty="0" err="1">
                <a:latin typeface="Aptos Narrow" panose="020B0004020202020204" pitchFamily="34" charset="0"/>
              </a:rPr>
              <a:t>tingkat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pencahayaan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tertentu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D_prod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melewati</a:t>
            </a:r>
            <a:r>
              <a:rPr lang="en-US" altLang="en-US" sz="1200" dirty="0">
                <a:latin typeface="Aptos Narrow" panose="020B0004020202020204" pitchFamily="34" charset="0"/>
              </a:rPr>
              <a:t> threshold Healthy dan </a:t>
            </a:r>
            <a:r>
              <a:rPr lang="en-US" altLang="en-US" sz="1200" dirty="0" err="1">
                <a:latin typeface="Aptos Narrow" panose="020B0004020202020204" pitchFamily="34" charset="0"/>
              </a:rPr>
              <a:t>masuk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kategori</a:t>
            </a:r>
            <a:r>
              <a:rPr lang="en-US" altLang="en-US" sz="1200" dirty="0">
                <a:latin typeface="Aptos Narrow" panose="020B0004020202020204" pitchFamily="34" charset="0"/>
              </a:rPr>
              <a:t> Degraded, </a:t>
            </a:r>
            <a:r>
              <a:rPr lang="en-US" altLang="en-US" sz="1200" dirty="0" err="1">
                <a:latin typeface="Aptos Narrow" panose="020B0004020202020204" pitchFamily="34" charset="0"/>
              </a:rPr>
              <a:t>meskipun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beberapa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metrik</a:t>
            </a:r>
            <a:r>
              <a:rPr lang="en-US" altLang="en-US" sz="1200" dirty="0">
                <a:latin typeface="Aptos Narrow" panose="020B0004020202020204" pitchFamily="34" charset="0"/>
              </a:rPr>
              <a:t> individual </a:t>
            </a:r>
            <a:r>
              <a:rPr lang="en-US" altLang="en-US" sz="1200" dirty="0" err="1">
                <a:latin typeface="Aptos Narrow" panose="020B0004020202020204" pitchFamily="34" charset="0"/>
              </a:rPr>
              <a:t>belum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menunjukkan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lonjakan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ekstrem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PSI dan KL Divergence </a:t>
            </a:r>
            <a:r>
              <a:rPr lang="en-US" altLang="en-US" sz="1200" dirty="0" err="1">
                <a:latin typeface="Aptos Narrow" panose="020B0004020202020204" pitchFamily="34" charset="0"/>
              </a:rPr>
              <a:t>meningkat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mengindikasikan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pergeseran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distribusi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probabilitas</a:t>
            </a:r>
            <a:r>
              <a:rPr lang="en-US" altLang="en-US" sz="1200" dirty="0">
                <a:latin typeface="Aptos Narrow" panose="020B0004020202020204" pitchFamily="34" charset="0"/>
              </a:rPr>
              <a:t> output </a:t>
            </a:r>
            <a:r>
              <a:rPr lang="en-US" altLang="en-US" sz="1200" dirty="0" err="1">
                <a:latin typeface="Aptos Narrow" panose="020B0004020202020204" pitchFamily="34" charset="0"/>
              </a:rPr>
              <a:t>akibat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perubahan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pencahayaan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Confidence Ratio </a:t>
            </a:r>
            <a:r>
              <a:rPr lang="en-US" altLang="en-US" sz="1200" dirty="0" err="1">
                <a:latin typeface="Aptos Narrow" panose="020B0004020202020204" pitchFamily="34" charset="0"/>
              </a:rPr>
              <a:t>menurun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secara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bertahap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mencerminkan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berkurangnya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tingkat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keyakinan</a:t>
            </a:r>
            <a:r>
              <a:rPr lang="en-US" altLang="en-US" sz="1200" dirty="0">
                <a:latin typeface="Aptos Narrow" panose="020B0004020202020204" pitchFamily="34" charset="0"/>
              </a:rPr>
              <a:t> model </a:t>
            </a:r>
            <a:r>
              <a:rPr lang="en-US" altLang="en-US" sz="1200" dirty="0" err="1">
                <a:latin typeface="Aptos Narrow" panose="020B0004020202020204" pitchFamily="34" charset="0"/>
              </a:rPr>
              <a:t>dalam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melakukan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prediksi</a:t>
            </a:r>
            <a:r>
              <a:rPr lang="en-US" altLang="en-US" sz="1200" dirty="0">
                <a:latin typeface="Aptos Narrow" panose="020B0004020202020204" pitchFamily="34" charset="0"/>
              </a:rPr>
              <a:t> pada </a:t>
            </a:r>
            <a:r>
              <a:rPr lang="en-US" altLang="en-US" sz="1200" dirty="0" err="1">
                <a:latin typeface="Aptos Narrow" panose="020B0004020202020204" pitchFamily="34" charset="0"/>
              </a:rPr>
              <a:t>kondisi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pencahayaan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buruk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Class Shift </a:t>
            </a:r>
            <a:r>
              <a:rPr lang="en-US" altLang="en-US" sz="1200" dirty="0" err="1">
                <a:latin typeface="Aptos Narrow" panose="020B0004020202020204" pitchFamily="34" charset="0"/>
              </a:rPr>
              <a:t>mulai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muncul</a:t>
            </a:r>
            <a:r>
              <a:rPr lang="en-US" altLang="en-US" sz="1200" dirty="0">
                <a:latin typeface="Aptos Narrow" panose="020B0004020202020204" pitchFamily="34" charset="0"/>
              </a:rPr>
              <a:t> pada lighting factor </a:t>
            </a:r>
            <a:r>
              <a:rPr lang="en-US" altLang="en-US" sz="1200" dirty="0" err="1">
                <a:latin typeface="Aptos Narrow" panose="020B0004020202020204" pitchFamily="34" charset="0"/>
              </a:rPr>
              <a:t>rendah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menunjukkan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perubahan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proporsi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prediksi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antar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kelas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latin typeface="Aptos Narrow" panose="020B0004020202020204" pitchFamily="34" charset="0"/>
              </a:rPr>
              <a:t>P95 Latency </a:t>
            </a:r>
            <a:r>
              <a:rPr lang="en-US" altLang="en-US" sz="1200" dirty="0" err="1">
                <a:latin typeface="Aptos Narrow" panose="020B0004020202020204" pitchFamily="34" charset="0"/>
              </a:rPr>
              <a:t>relatif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stabil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sehingga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degradasi</a:t>
            </a:r>
            <a:r>
              <a:rPr lang="en-US" altLang="en-US" sz="1200" dirty="0">
                <a:latin typeface="Aptos Narrow" panose="020B0004020202020204" pitchFamily="34" charset="0"/>
              </a:rPr>
              <a:t> yang </a:t>
            </a:r>
            <a:r>
              <a:rPr lang="en-US" altLang="en-US" sz="1200" dirty="0" err="1">
                <a:latin typeface="Aptos Narrow" panose="020B0004020202020204" pitchFamily="34" charset="0"/>
              </a:rPr>
              <a:t>terdeteksi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terutama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berasal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dari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kualitas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prediksi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bukan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keterbatasan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performa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sistem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 err="1">
                <a:latin typeface="Aptos Narrow" panose="020B0004020202020204" pitchFamily="34" charset="0"/>
              </a:rPr>
              <a:t>Kombinasi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seluruh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metrik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tersebut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menghasilkan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penurunan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D_prod</a:t>
            </a:r>
            <a:r>
              <a:rPr lang="en-US" altLang="en-US" sz="1200" dirty="0">
                <a:latin typeface="Aptos Narrow" panose="020B0004020202020204" pitchFamily="34" charset="0"/>
              </a:rPr>
              <a:t> yang </a:t>
            </a:r>
            <a:r>
              <a:rPr lang="en-US" altLang="en-US" sz="1200" dirty="0" err="1">
                <a:latin typeface="Aptos Narrow" panose="020B0004020202020204" pitchFamily="34" charset="0"/>
              </a:rPr>
              <a:t>halus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namun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konsisten</a:t>
            </a:r>
            <a:r>
              <a:rPr lang="en-US" altLang="en-US" sz="1200" dirty="0">
                <a:latin typeface="Aptos Narrow" panose="020B0004020202020204" pitchFamily="34" charset="0"/>
              </a:rPr>
              <a:t>, </a:t>
            </a:r>
            <a:r>
              <a:rPr lang="en-US" altLang="en-US" sz="1200" dirty="0" err="1">
                <a:latin typeface="Aptos Narrow" panose="020B0004020202020204" pitchFamily="34" charset="0"/>
              </a:rPr>
              <a:t>memperkuat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peran</a:t>
            </a:r>
            <a:r>
              <a:rPr lang="en-US" altLang="en-US" sz="1200" dirty="0">
                <a:latin typeface="Aptos Narrow" panose="020B0004020202020204" pitchFamily="34" charset="0"/>
              </a:rPr>
              <a:t> composite score </a:t>
            </a:r>
            <a:r>
              <a:rPr lang="en-US" altLang="en-US" sz="1200" dirty="0" err="1">
                <a:latin typeface="Aptos Narrow" panose="020B0004020202020204" pitchFamily="34" charset="0"/>
              </a:rPr>
              <a:t>sebagai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indikator</a:t>
            </a:r>
            <a:r>
              <a:rPr lang="en-US" altLang="en-US" sz="1200" dirty="0">
                <a:latin typeface="Aptos Narrow" panose="020B0004020202020204" pitchFamily="34" charset="0"/>
              </a:rPr>
              <a:t> </a:t>
            </a:r>
            <a:r>
              <a:rPr lang="en-US" altLang="en-US" sz="1200" dirty="0" err="1">
                <a:latin typeface="Aptos Narrow" panose="020B0004020202020204" pitchFamily="34" charset="0"/>
              </a:rPr>
              <a:t>kesehatan</a:t>
            </a:r>
            <a:r>
              <a:rPr lang="en-US" altLang="en-US" sz="1200" dirty="0">
                <a:latin typeface="Aptos Narrow" panose="020B0004020202020204" pitchFamily="34" charset="0"/>
              </a:rPr>
              <a:t> model yang </a:t>
            </a:r>
            <a:r>
              <a:rPr lang="en-US" altLang="en-US" sz="1200" dirty="0" err="1">
                <a:latin typeface="Aptos Narrow" panose="020B0004020202020204" pitchFamily="34" charset="0"/>
              </a:rPr>
              <a:t>holistik</a:t>
            </a:r>
            <a:r>
              <a:rPr lang="en-US" altLang="en-US" sz="1200" dirty="0"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4DD13F9-0E95-302E-E3F4-933C0AFF6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827" y="626537"/>
            <a:ext cx="2960767" cy="5949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274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E2127-B91E-5890-C2FD-5C95D352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1B8EFF-4CEA-32B2-8D60-24E0BB3C3E72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454325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Eksperimen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Hasil –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Perbandingan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Single-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Metrik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Multi-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Metrik</a:t>
            </a:r>
            <a:endParaRPr lang="en-US" sz="2600" dirty="0">
              <a:solidFill>
                <a:srgbClr val="000000">
                  <a:lumMod val="95000"/>
                  <a:lumOff val="5000"/>
                </a:srgb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A5779C-B81E-B526-A8C5-41281B597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71358"/>
              </p:ext>
            </p:extLst>
          </p:nvPr>
        </p:nvGraphicFramePr>
        <p:xfrm>
          <a:off x="5295353" y="1204814"/>
          <a:ext cx="6503366" cy="2225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79553">
                  <a:extLst>
                    <a:ext uri="{9D8B030D-6E8A-4147-A177-3AD203B41FA5}">
                      <a16:colId xmlns:a16="http://schemas.microsoft.com/office/drawing/2014/main" val="3690268636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651047197"/>
                    </a:ext>
                  </a:extLst>
                </a:gridCol>
                <a:gridCol w="2163213">
                  <a:extLst>
                    <a:ext uri="{9D8B030D-6E8A-4147-A177-3AD203B41FA5}">
                      <a16:colId xmlns:a16="http://schemas.microsoft.com/office/drawing/2014/main" val="1000967170"/>
                    </a:ext>
                  </a:extLst>
                </a:gridCol>
              </a:tblGrid>
              <a:tr h="137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 dirty="0" err="1"/>
                        <a:t>Aspek</a:t>
                      </a:r>
                      <a:endParaRPr lang="en-ID" sz="11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 dirty="0"/>
                        <a:t>Single-Metric (PSI)</a:t>
                      </a:r>
                      <a:endParaRPr lang="en-ID" sz="11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 dirty="0"/>
                        <a:t>Multi-</a:t>
                      </a:r>
                      <a:r>
                        <a:rPr lang="en-ID" sz="1100" b="1" dirty="0" err="1"/>
                        <a:t>Metrik</a:t>
                      </a:r>
                      <a:r>
                        <a:rPr lang="en-ID" sz="1100" b="1" dirty="0"/>
                        <a:t> (</a:t>
                      </a:r>
                      <a:r>
                        <a:rPr lang="en-ID" sz="1100" b="1" dirty="0" err="1"/>
                        <a:t>D_prod</a:t>
                      </a:r>
                      <a:r>
                        <a:rPr lang="en-ID" sz="1100" b="1" dirty="0"/>
                        <a:t>)</a:t>
                      </a:r>
                      <a:endParaRPr lang="en-ID" sz="11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5928"/>
                  </a:ext>
                </a:extLst>
              </a:tr>
              <a:tr h="22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Fokus Pengukuran</a:t>
                      </a:r>
                      <a:endParaRPr lang="en-ID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Pergeseran distribusi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Kesehatan model secara menyeluruh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946394"/>
                  </a:ext>
                </a:extLst>
              </a:tr>
              <a:tr h="22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Hubungan dengan Severity</a:t>
                      </a:r>
                      <a:endParaRPr lang="en-ID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Tidak selalu sejalan (non-linear)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Lebih konsisten terhadap tingkat degradasi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549461"/>
                  </a:ext>
                </a:extLst>
              </a:tr>
              <a:tr h="22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Stabilitas Antar Skenario</a:t>
                      </a:r>
                      <a:endParaRPr lang="en-ID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/>
                        <a:t>Fluktuatif</a:t>
                      </a:r>
                      <a:r>
                        <a:rPr lang="fr-FR" sz="1100" dirty="0"/>
                        <a:t> dan sensitif </a:t>
                      </a:r>
                      <a:r>
                        <a:rPr lang="fr-FR" sz="1100" dirty="0" err="1"/>
                        <a:t>terhadap</a:t>
                      </a:r>
                      <a:r>
                        <a:rPr lang="fr-FR" sz="1100" dirty="0"/>
                        <a:t>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 err="1"/>
                        <a:t>Lebih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stabil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lintas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skenario</a:t>
                      </a:r>
                      <a:endParaRPr lang="en-ID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571900"/>
                  </a:ext>
                </a:extLst>
              </a:tr>
              <a:tr h="22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Kemampuan Diskriminasi</a:t>
                      </a:r>
                      <a:endParaRPr lang="en-ID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/>
                        <a:t>Sulit </a:t>
                      </a:r>
                      <a:r>
                        <a:rPr lang="en-ID" sz="1100" dirty="0" err="1"/>
                        <a:t>membedakan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degradasi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ringan</a:t>
                      </a:r>
                      <a:r>
                        <a:rPr lang="en-ID" sz="1100" dirty="0"/>
                        <a:t> vs </a:t>
                      </a:r>
                      <a:r>
                        <a:rPr lang="en-ID" sz="1100" dirty="0" err="1"/>
                        <a:t>berat</a:t>
                      </a:r>
                      <a:endParaRPr lang="en-ID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Membedakan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kondisi</a:t>
                      </a:r>
                      <a:r>
                        <a:rPr lang="en-US" sz="1100" dirty="0"/>
                        <a:t> healthy–degraded–critical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902287"/>
                  </a:ext>
                </a:extLst>
              </a:tr>
              <a:tr h="137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Interpretasi Visual</a:t>
                      </a:r>
                      <a:endParaRPr lang="en-ID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dirty="0"/>
                        <a:t>Ambigu (PSI tinggi ≠ model rusak)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/>
                        <a:t>Jelas (</a:t>
                      </a:r>
                      <a:r>
                        <a:rPr lang="en-ID" sz="1100" dirty="0" err="1"/>
                        <a:t>posisi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relatif</a:t>
                      </a:r>
                      <a:r>
                        <a:rPr lang="en-ID" sz="1100" dirty="0"/>
                        <a:t> di plot)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54030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A2007D92-7325-D3C4-D33E-F6BE4FF75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81" y="825944"/>
            <a:ext cx="4727360" cy="317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3B74BE-5D22-E955-D56D-B23C22D6CDDA}"/>
              </a:ext>
            </a:extLst>
          </p:cNvPr>
          <p:cNvSpPr txBox="1"/>
          <p:nvPr/>
        </p:nvSpPr>
        <p:spPr>
          <a:xfrm>
            <a:off x="544983" y="4001530"/>
            <a:ext cx="113052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1400" b="1" dirty="0" err="1">
                <a:latin typeface="Aptos Narrow" panose="020B0004020202020204" pitchFamily="34" charset="0"/>
              </a:rPr>
              <a:t>Interpretasi</a:t>
            </a:r>
            <a:r>
              <a:rPr lang="en-ID" sz="1400" b="1" dirty="0">
                <a:latin typeface="Aptos Narrow" panose="020B0004020202020204" pitchFamily="34" charset="0"/>
              </a:rPr>
              <a:t> </a:t>
            </a:r>
            <a:r>
              <a:rPr lang="en-ID" sz="1400" b="1" dirty="0" err="1">
                <a:latin typeface="Aptos Narrow" panose="020B0004020202020204" pitchFamily="34" charset="0"/>
              </a:rPr>
              <a:t>utama</a:t>
            </a:r>
            <a:r>
              <a:rPr lang="en-ID" sz="1400" b="1" dirty="0">
                <a:latin typeface="Aptos Narrow" panose="020B0004020202020204" pitchFamily="34" charset="0"/>
              </a:rPr>
              <a:t>:</a:t>
            </a:r>
            <a:endParaRPr lang="en-ID" sz="1400" dirty="0">
              <a:latin typeface="Aptos Narrow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sz="1400" dirty="0" err="1">
                <a:latin typeface="Aptos Narrow" panose="020B0004020202020204" pitchFamily="34" charset="0"/>
              </a:rPr>
              <a:t>Sumbu</a:t>
            </a:r>
            <a:r>
              <a:rPr lang="en-ID" sz="1400" dirty="0">
                <a:latin typeface="Aptos Narrow" panose="020B0004020202020204" pitchFamily="34" charset="0"/>
              </a:rPr>
              <a:t> horizontal x (PSI) </a:t>
            </a:r>
            <a:r>
              <a:rPr lang="en-ID" sz="1400" dirty="0" err="1">
                <a:latin typeface="Aptos Narrow" panose="020B0004020202020204" pitchFamily="34" charset="0"/>
              </a:rPr>
              <a:t>menunjukkan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tingkat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pergeseran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distribusi</a:t>
            </a:r>
            <a:r>
              <a:rPr lang="en-ID" sz="1400" dirty="0">
                <a:latin typeface="Aptos Narrow" panose="020B0004020202020204" pitchFamily="34" charset="0"/>
              </a:rPr>
              <a:t> data. Nilai yang </a:t>
            </a:r>
            <a:r>
              <a:rPr lang="en-ID" sz="1400" dirty="0" err="1">
                <a:latin typeface="Aptos Narrow" panose="020B0004020202020204" pitchFamily="34" charset="0"/>
              </a:rPr>
              <a:t>semakin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besar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menandakan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adanya</a:t>
            </a:r>
            <a:r>
              <a:rPr lang="en-ID" sz="1400" dirty="0">
                <a:latin typeface="Aptos Narrow" panose="020B0004020202020204" pitchFamily="34" charset="0"/>
              </a:rPr>
              <a:t> drift yang </a:t>
            </a:r>
            <a:r>
              <a:rPr lang="en-ID" sz="1400" dirty="0" err="1">
                <a:latin typeface="Aptos Narrow" panose="020B0004020202020204" pitchFamily="34" charset="0"/>
              </a:rPr>
              <a:t>semakin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signifikan</a:t>
            </a:r>
            <a:r>
              <a:rPr lang="en-ID" sz="1400" dirty="0">
                <a:latin typeface="Aptos Narrow" panose="020B0004020202020204" pitchFamily="34" charset="0"/>
              </a:rPr>
              <a:t>, </a:t>
            </a:r>
            <a:r>
              <a:rPr lang="en-ID" sz="1400" dirty="0" err="1">
                <a:latin typeface="Aptos Narrow" panose="020B0004020202020204" pitchFamily="34" charset="0"/>
              </a:rPr>
              <a:t>namun</a:t>
            </a:r>
            <a:r>
              <a:rPr lang="en-ID" sz="1400" dirty="0">
                <a:latin typeface="Aptos Narrow" panose="020B0004020202020204" pitchFamily="34" charset="0"/>
              </a:rPr>
              <a:t> PSI </a:t>
            </a:r>
            <a:r>
              <a:rPr lang="en-ID" sz="1400" dirty="0" err="1">
                <a:latin typeface="Aptos Narrow" panose="020B0004020202020204" pitchFamily="34" charset="0"/>
              </a:rPr>
              <a:t>hanya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merefleksikan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perubahan</a:t>
            </a:r>
            <a:r>
              <a:rPr lang="en-ID" sz="1400" dirty="0">
                <a:latin typeface="Aptos Narrow" panose="020B0004020202020204" pitchFamily="34" charset="0"/>
              </a:rPr>
              <a:t> data, </a:t>
            </a:r>
            <a:r>
              <a:rPr lang="en-ID" sz="1400" dirty="0" err="1">
                <a:latin typeface="Aptos Narrow" panose="020B0004020202020204" pitchFamily="34" charset="0"/>
              </a:rPr>
              <a:t>bukan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perilaku</a:t>
            </a:r>
            <a:r>
              <a:rPr lang="en-ID" sz="1400" dirty="0">
                <a:latin typeface="Aptos Narrow" panose="020B0004020202020204" pitchFamily="34" charset="0"/>
              </a:rPr>
              <a:t> model.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sz="1400" dirty="0" err="1">
                <a:latin typeface="Aptos Narrow" panose="020B0004020202020204" pitchFamily="34" charset="0"/>
              </a:rPr>
              <a:t>Sumbu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vertikal</a:t>
            </a:r>
            <a:r>
              <a:rPr lang="en-ID" sz="1400" dirty="0">
                <a:latin typeface="Aptos Narrow" panose="020B0004020202020204" pitchFamily="34" charset="0"/>
              </a:rPr>
              <a:t> y (</a:t>
            </a:r>
            <a:r>
              <a:rPr lang="en-ID" sz="1400" dirty="0" err="1">
                <a:latin typeface="Aptos Narrow" panose="020B0004020202020204" pitchFamily="34" charset="0"/>
              </a:rPr>
              <a:t>D_prod</a:t>
            </a:r>
            <a:r>
              <a:rPr lang="en-ID" sz="1400" dirty="0">
                <a:latin typeface="Aptos Narrow" panose="020B0004020202020204" pitchFamily="34" charset="0"/>
              </a:rPr>
              <a:t>) </a:t>
            </a:r>
            <a:r>
              <a:rPr lang="en-ID" sz="1400" dirty="0" err="1">
                <a:latin typeface="Aptos Narrow" panose="020B0004020202020204" pitchFamily="34" charset="0"/>
              </a:rPr>
              <a:t>merepresentasikan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kesehatan</a:t>
            </a:r>
            <a:r>
              <a:rPr lang="en-ID" sz="1400" dirty="0">
                <a:latin typeface="Aptos Narrow" panose="020B0004020202020204" pitchFamily="34" charset="0"/>
              </a:rPr>
              <a:t> model </a:t>
            </a:r>
            <a:r>
              <a:rPr lang="en-ID" sz="1400" dirty="0" err="1">
                <a:latin typeface="Aptos Narrow" panose="020B0004020202020204" pitchFamily="34" charset="0"/>
              </a:rPr>
              <a:t>secara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komposit</a:t>
            </a:r>
            <a:r>
              <a:rPr lang="en-ID" sz="1400" dirty="0">
                <a:latin typeface="Aptos Narrow" panose="020B0004020202020204" pitchFamily="34" charset="0"/>
              </a:rPr>
              <a:t>, yang </a:t>
            </a:r>
            <a:r>
              <a:rPr lang="en-ID" sz="1400" dirty="0" err="1">
                <a:latin typeface="Aptos Narrow" panose="020B0004020202020204" pitchFamily="34" charset="0"/>
              </a:rPr>
              <a:t>menggabungkan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beberapa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dimensi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degradasi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seperti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stabilitas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prediksi</a:t>
            </a:r>
            <a:r>
              <a:rPr lang="en-ID" sz="1400" dirty="0">
                <a:latin typeface="Aptos Narrow" panose="020B0004020202020204" pitchFamily="34" charset="0"/>
              </a:rPr>
              <a:t>, </a:t>
            </a:r>
            <a:r>
              <a:rPr lang="en-ID" sz="1400" dirty="0" err="1">
                <a:latin typeface="Aptos Narrow" panose="020B0004020202020204" pitchFamily="34" charset="0"/>
              </a:rPr>
              <a:t>kepercayaan</a:t>
            </a:r>
            <a:r>
              <a:rPr lang="en-ID" sz="1400" dirty="0">
                <a:latin typeface="Aptos Narrow" panose="020B0004020202020204" pitchFamily="34" charset="0"/>
              </a:rPr>
              <a:t> model, dan </a:t>
            </a:r>
            <a:r>
              <a:rPr lang="en-ID" sz="1400" dirty="0" err="1">
                <a:latin typeface="Aptos Narrow" panose="020B0004020202020204" pitchFamily="34" charset="0"/>
              </a:rPr>
              <a:t>aspek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operasional</a:t>
            </a:r>
            <a:r>
              <a:rPr lang="en-ID" sz="1400" dirty="0">
                <a:latin typeface="Aptos Narrow" panose="020B0004020202020204" pitchFamily="34" charset="0"/>
              </a:rPr>
              <a:t>.</a:t>
            </a:r>
          </a:p>
          <a:p>
            <a:pPr>
              <a:buNone/>
            </a:pPr>
            <a:endParaRPr lang="en-ID" sz="1400" b="1" dirty="0">
              <a:latin typeface="Aptos Narrow" panose="020B0004020202020204" pitchFamily="34" charset="0"/>
            </a:endParaRPr>
          </a:p>
          <a:p>
            <a:pPr>
              <a:buNone/>
            </a:pPr>
            <a:r>
              <a:rPr lang="en-ID" sz="1400" b="1" dirty="0">
                <a:latin typeface="Aptos Narrow" panose="020B0004020202020204" pitchFamily="34" charset="0"/>
              </a:rPr>
              <a:t>Fakta </a:t>
            </a:r>
            <a:r>
              <a:rPr lang="en-ID" sz="1400" b="1" dirty="0" err="1">
                <a:latin typeface="Aptos Narrow" panose="020B0004020202020204" pitchFamily="34" charset="0"/>
              </a:rPr>
              <a:t>dari</a:t>
            </a:r>
            <a:r>
              <a:rPr lang="en-ID" sz="1400" b="1" dirty="0">
                <a:latin typeface="Aptos Narrow" panose="020B0004020202020204" pitchFamily="34" charset="0"/>
              </a:rPr>
              <a:t> </a:t>
            </a:r>
            <a:r>
              <a:rPr lang="en-ID" sz="1400" b="1" dirty="0" err="1">
                <a:latin typeface="Aptos Narrow" panose="020B0004020202020204" pitchFamily="34" charset="0"/>
              </a:rPr>
              <a:t>hasil</a:t>
            </a:r>
            <a:r>
              <a:rPr lang="en-ID" sz="1400" b="1" dirty="0">
                <a:latin typeface="Aptos Narrow" panose="020B0004020202020204" pitchFamily="34" charset="0"/>
              </a:rPr>
              <a:t> </a:t>
            </a:r>
            <a:r>
              <a:rPr lang="en-ID" sz="1400" b="1" dirty="0" err="1">
                <a:latin typeface="Aptos Narrow" panose="020B0004020202020204" pitchFamily="34" charset="0"/>
              </a:rPr>
              <a:t>eksperimen</a:t>
            </a:r>
            <a:r>
              <a:rPr lang="en-ID" sz="1400" b="1" dirty="0">
                <a:latin typeface="Aptos Narrow" panose="020B0004020202020204" pitchFamily="34" charset="0"/>
              </a:rPr>
              <a:t>:</a:t>
            </a:r>
            <a:endParaRPr lang="en-ID" sz="1400" dirty="0">
              <a:latin typeface="Aptos Narrow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D" sz="1400" dirty="0" err="1">
                <a:latin typeface="Aptos Narrow" panose="020B0004020202020204" pitchFamily="34" charset="0"/>
              </a:rPr>
              <a:t>Skenario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i="1" dirty="0">
                <a:latin typeface="Aptos Narrow" panose="020B0004020202020204" pitchFamily="34" charset="0"/>
              </a:rPr>
              <a:t>Baseline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berada</a:t>
            </a:r>
            <a:r>
              <a:rPr lang="en-ID" sz="1400" dirty="0">
                <a:latin typeface="Aptos Narrow" panose="020B0004020202020204" pitchFamily="34" charset="0"/>
              </a:rPr>
              <a:t> di kiri </a:t>
            </a:r>
            <a:r>
              <a:rPr lang="en-ID" sz="1400" dirty="0" err="1">
                <a:latin typeface="Aptos Narrow" panose="020B0004020202020204" pitchFamily="34" charset="0"/>
              </a:rPr>
              <a:t>atas</a:t>
            </a:r>
            <a:r>
              <a:rPr lang="en-ID" sz="1400" dirty="0">
                <a:latin typeface="Aptos Narrow" panose="020B0004020202020204" pitchFamily="34" charset="0"/>
              </a:rPr>
              <a:t> (PSI </a:t>
            </a:r>
            <a:r>
              <a:rPr lang="en-ID" sz="1400" dirty="0" err="1">
                <a:latin typeface="Aptos Narrow" panose="020B0004020202020204" pitchFamily="34" charset="0"/>
              </a:rPr>
              <a:t>rendah</a:t>
            </a:r>
            <a:r>
              <a:rPr lang="en-ID" sz="1400" dirty="0">
                <a:latin typeface="Aptos Narrow" panose="020B0004020202020204" pitchFamily="34" charset="0"/>
              </a:rPr>
              <a:t>, </a:t>
            </a:r>
            <a:r>
              <a:rPr lang="en-ID" sz="1400" dirty="0" err="1">
                <a:latin typeface="Aptos Narrow" panose="020B0004020202020204" pitchFamily="34" charset="0"/>
              </a:rPr>
              <a:t>D_prod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tinggi</a:t>
            </a:r>
            <a:r>
              <a:rPr lang="en-ID" sz="1400" dirty="0">
                <a:latin typeface="Aptos Narrow" panose="020B0004020202020204" pitchFamily="34" charset="0"/>
              </a:rPr>
              <a:t>), </a:t>
            </a:r>
            <a:r>
              <a:rPr lang="en-ID" sz="1400" dirty="0" err="1">
                <a:latin typeface="Aptos Narrow" panose="020B0004020202020204" pitchFamily="34" charset="0"/>
              </a:rPr>
              <a:t>sesuai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dengan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kondisi</a:t>
            </a:r>
            <a:r>
              <a:rPr lang="en-ID" sz="1400" dirty="0">
                <a:latin typeface="Aptos Narrow" panose="020B0004020202020204" pitchFamily="34" charset="0"/>
              </a:rPr>
              <a:t> model </a:t>
            </a:r>
            <a:r>
              <a:rPr lang="en-ID" sz="1400" dirty="0" err="1">
                <a:latin typeface="Aptos Narrow" panose="020B0004020202020204" pitchFamily="34" charset="0"/>
              </a:rPr>
              <a:t>sehat</a:t>
            </a:r>
            <a:r>
              <a:rPr lang="en-ID" sz="1400" dirty="0">
                <a:latin typeface="Aptos Narrow" panose="020B00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D" sz="1400" dirty="0" err="1">
                <a:latin typeface="Aptos Narrow" panose="020B0004020202020204" pitchFamily="34" charset="0"/>
              </a:rPr>
              <a:t>Beberapa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skenario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degradasi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menunjukkan</a:t>
            </a:r>
            <a:r>
              <a:rPr lang="en-ID" sz="1400" dirty="0">
                <a:latin typeface="Aptos Narrow" panose="020B0004020202020204" pitchFamily="34" charset="0"/>
              </a:rPr>
              <a:t> PSI </a:t>
            </a:r>
            <a:r>
              <a:rPr lang="en-ID" sz="1400" dirty="0" err="1">
                <a:latin typeface="Aptos Narrow" panose="020B0004020202020204" pitchFamily="34" charset="0"/>
              </a:rPr>
              <a:t>tinggi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namun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D_prod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masih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relatif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baik</a:t>
            </a:r>
            <a:r>
              <a:rPr lang="en-ID" sz="1400" dirty="0">
                <a:latin typeface="Aptos Narrow" panose="020B0004020202020204" pitchFamily="34" charset="0"/>
              </a:rPr>
              <a:t>, </a:t>
            </a:r>
            <a:r>
              <a:rPr lang="en-ID" sz="1400" dirty="0" err="1">
                <a:latin typeface="Aptos Narrow" panose="020B0004020202020204" pitchFamily="34" charset="0"/>
              </a:rPr>
              <a:t>menandakan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bahwa</a:t>
            </a:r>
            <a:r>
              <a:rPr lang="en-ID" sz="1400" dirty="0">
                <a:latin typeface="Aptos Narrow" panose="020B0004020202020204" pitchFamily="34" charset="0"/>
              </a:rPr>
              <a:t> drift data </a:t>
            </a:r>
            <a:r>
              <a:rPr lang="en-ID" sz="1400" dirty="0" err="1">
                <a:latin typeface="Aptos Narrow" panose="020B0004020202020204" pitchFamily="34" charset="0"/>
              </a:rPr>
              <a:t>tidak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selalu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berbanding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lurus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dengan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degradasi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perilaku</a:t>
            </a:r>
            <a:r>
              <a:rPr lang="en-ID" sz="1400" dirty="0">
                <a:latin typeface="Aptos Narrow" panose="020B0004020202020204" pitchFamily="34" charset="0"/>
              </a:rPr>
              <a:t> model.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D" sz="1400" dirty="0" err="1">
                <a:latin typeface="Aptos Narrow" panose="020B0004020202020204" pitchFamily="34" charset="0"/>
              </a:rPr>
              <a:t>Sebaliknya</a:t>
            </a:r>
            <a:r>
              <a:rPr lang="en-ID" sz="1400" dirty="0">
                <a:latin typeface="Aptos Narrow" panose="020B0004020202020204" pitchFamily="34" charset="0"/>
              </a:rPr>
              <a:t>, </a:t>
            </a:r>
            <a:r>
              <a:rPr lang="en-ID" sz="1400" dirty="0" err="1">
                <a:latin typeface="Aptos Narrow" panose="020B0004020202020204" pitchFamily="34" charset="0"/>
              </a:rPr>
              <a:t>skenario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seperti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i="1" dirty="0">
                <a:latin typeface="Aptos Narrow" panose="020B0004020202020204" pitchFamily="34" charset="0"/>
              </a:rPr>
              <a:t>Gaussian Noise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menunjukkan</a:t>
            </a:r>
            <a:r>
              <a:rPr lang="en-ID" sz="1400" dirty="0">
                <a:latin typeface="Aptos Narrow" panose="020B0004020202020204" pitchFamily="34" charset="0"/>
              </a:rPr>
              <a:t> PSI </a:t>
            </a:r>
            <a:r>
              <a:rPr lang="en-ID" sz="1400" dirty="0" err="1">
                <a:latin typeface="Aptos Narrow" panose="020B0004020202020204" pitchFamily="34" charset="0"/>
              </a:rPr>
              <a:t>tinggi</a:t>
            </a:r>
            <a:r>
              <a:rPr lang="en-ID" sz="1400" dirty="0">
                <a:latin typeface="Aptos Narrow" panose="020B0004020202020204" pitchFamily="34" charset="0"/>
              </a:rPr>
              <a:t> dan </a:t>
            </a:r>
            <a:r>
              <a:rPr lang="en-ID" sz="1400" dirty="0" err="1">
                <a:latin typeface="Aptos Narrow" panose="020B0004020202020204" pitchFamily="34" charset="0"/>
              </a:rPr>
              <a:t>D_prod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rendah</a:t>
            </a:r>
            <a:r>
              <a:rPr lang="en-ID" sz="1400" dirty="0">
                <a:latin typeface="Aptos Narrow" panose="020B0004020202020204" pitchFamily="34" charset="0"/>
              </a:rPr>
              <a:t>, yang </a:t>
            </a:r>
            <a:r>
              <a:rPr lang="en-ID" sz="1400" dirty="0" err="1">
                <a:latin typeface="Aptos Narrow" panose="020B0004020202020204" pitchFamily="34" charset="0"/>
              </a:rPr>
              <a:t>mengindikasikan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degradasi</a:t>
            </a:r>
            <a:r>
              <a:rPr lang="en-ID" sz="1400" dirty="0">
                <a:latin typeface="Aptos Narrow" panose="020B0004020202020204" pitchFamily="34" charset="0"/>
              </a:rPr>
              <a:t> model yang </a:t>
            </a:r>
            <a:r>
              <a:rPr lang="en-ID" sz="1400" dirty="0" err="1">
                <a:latin typeface="Aptos Narrow" panose="020B0004020202020204" pitchFamily="34" charset="0"/>
              </a:rPr>
              <a:t>lebih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serius</a:t>
            </a:r>
            <a:r>
              <a:rPr lang="en-ID" sz="1400" dirty="0">
                <a:latin typeface="Aptos Narrow" panose="020B0004020202020204" pitchFamily="34" charset="0"/>
              </a:rPr>
              <a:t> dan </a:t>
            </a:r>
            <a:r>
              <a:rPr lang="en-ID" sz="1400" dirty="0" err="1">
                <a:latin typeface="Aptos Narrow" panose="020B0004020202020204" pitchFamily="34" charset="0"/>
              </a:rPr>
              <a:t>konsisten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lintas</a:t>
            </a:r>
            <a:r>
              <a:rPr lang="en-ID" sz="1400" dirty="0">
                <a:latin typeface="Aptos Narrow" panose="020B0004020202020204" pitchFamily="34" charset="0"/>
              </a:rPr>
              <a:t> </a:t>
            </a:r>
            <a:r>
              <a:rPr lang="en-ID" sz="1400" dirty="0" err="1">
                <a:latin typeface="Aptos Narrow" panose="020B0004020202020204" pitchFamily="34" charset="0"/>
              </a:rPr>
              <a:t>metrik</a:t>
            </a:r>
            <a:r>
              <a:rPr lang="en-ID" sz="1400" dirty="0">
                <a:latin typeface="Aptos Narrow" panose="020B0004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2C2D7-41D7-8228-1FA1-74296A62E596}"/>
              </a:ext>
            </a:extLst>
          </p:cNvPr>
          <p:cNvSpPr txBox="1"/>
          <p:nvPr/>
        </p:nvSpPr>
        <p:spPr>
          <a:xfrm>
            <a:off x="5196526" y="83548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Perbandingan</a:t>
            </a:r>
            <a:r>
              <a:rPr lang="en-US" sz="18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Single-</a:t>
            </a:r>
            <a:r>
              <a:rPr lang="en-US" sz="18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Metrik</a:t>
            </a:r>
            <a:r>
              <a:rPr lang="en-US" sz="18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dan Multi-</a:t>
            </a:r>
            <a:r>
              <a:rPr lang="en-US" sz="18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Metrik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8457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9434-6610-9E82-1E36-2962F010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B522C0-A177-6BBE-01A2-F76B218EDD1F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454325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Kesimpulan dan Saran – Kesimpulan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43A564-5775-B9E9-3B60-4F11546F2099}"/>
              </a:ext>
            </a:extLst>
          </p:cNvPr>
          <p:cNvSpPr txBox="1"/>
          <p:nvPr/>
        </p:nvSpPr>
        <p:spPr>
          <a:xfrm>
            <a:off x="393280" y="1051564"/>
            <a:ext cx="110810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u="sng" dirty="0">
                <a:latin typeface="Aptos Narrow" panose="020B0004020202020204" pitchFamily="34" charset="0"/>
              </a:rPr>
              <a:t>Kesimpulan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model di </a:t>
            </a:r>
            <a:r>
              <a:rPr lang="en-ID" dirty="0" err="1">
                <a:latin typeface="Aptos Narrow" panose="020B0004020202020204" pitchFamily="34" charset="0"/>
              </a:rPr>
              <a:t>lingkungan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produksi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bersifat</a:t>
            </a:r>
            <a:r>
              <a:rPr lang="en-ID" dirty="0">
                <a:latin typeface="Aptos Narrow" panose="020B0004020202020204" pitchFamily="34" charset="0"/>
              </a:rPr>
              <a:t> multi-</a:t>
            </a:r>
            <a:r>
              <a:rPr lang="en-ID" dirty="0" err="1">
                <a:latin typeface="Aptos Narrow" panose="020B0004020202020204" pitchFamily="34" charset="0"/>
              </a:rPr>
              <a:t>dimensi</a:t>
            </a:r>
            <a:r>
              <a:rPr lang="en-ID" dirty="0">
                <a:latin typeface="Aptos Narrow" panose="020B0004020202020204" pitchFamily="34" charset="0"/>
              </a:rPr>
              <a:t> dan </a:t>
            </a:r>
            <a:r>
              <a:rPr lang="en-ID" dirty="0" err="1">
                <a:latin typeface="Aptos Narrow" panose="020B0004020202020204" pitchFamily="34" charset="0"/>
              </a:rPr>
              <a:t>tidak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selalu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berkorelasi</a:t>
            </a:r>
            <a:r>
              <a:rPr lang="en-ID" dirty="0">
                <a:latin typeface="Aptos Narrow" panose="020B0004020202020204" pitchFamily="34" charset="0"/>
              </a:rPr>
              <a:t> linear </a:t>
            </a:r>
            <a:r>
              <a:rPr lang="en-ID" dirty="0" err="1">
                <a:latin typeface="Aptos Narrow" panose="020B0004020202020204" pitchFamily="34" charset="0"/>
              </a:rPr>
              <a:t>dengan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satu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jenis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, </a:t>
            </a:r>
            <a:r>
              <a:rPr lang="en-ID" dirty="0" err="1">
                <a:latin typeface="Aptos Narrow" panose="020B0004020202020204" pitchFamily="34" charset="0"/>
              </a:rPr>
              <a:t>seperti</a:t>
            </a:r>
            <a:r>
              <a:rPr lang="en-ID" dirty="0">
                <a:latin typeface="Aptos Narrow" panose="020B0004020202020204" pitchFamily="34" charset="0"/>
              </a:rPr>
              <a:t> data drift </a:t>
            </a:r>
            <a:r>
              <a:rPr lang="en-ID" dirty="0" err="1">
                <a:latin typeface="Aptos Narrow" panose="020B0004020202020204" pitchFamily="34" charset="0"/>
              </a:rPr>
              <a:t>berbasis</a:t>
            </a:r>
            <a:r>
              <a:rPr lang="en-ID" dirty="0">
                <a:latin typeface="Aptos Narrow" panose="020B0004020202020204" pitchFamily="34" charset="0"/>
              </a:rPr>
              <a:t> PSI.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Aptos Narrow" panose="020B0004020202020204" pitchFamily="34" charset="0"/>
              </a:rPr>
              <a:t>Hasil </a:t>
            </a:r>
            <a:r>
              <a:rPr lang="en-ID" dirty="0" err="1">
                <a:latin typeface="Aptos Narrow" panose="020B0004020202020204" pitchFamily="34" charset="0"/>
              </a:rPr>
              <a:t>eksperimen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menunjukkan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bahwa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peningkatan</a:t>
            </a:r>
            <a:r>
              <a:rPr lang="en-ID" dirty="0">
                <a:latin typeface="Aptos Narrow" panose="020B0004020202020204" pitchFamily="34" charset="0"/>
              </a:rPr>
              <a:t> data drift </a:t>
            </a:r>
            <a:r>
              <a:rPr lang="en-ID" dirty="0" err="1">
                <a:latin typeface="Aptos Narrow" panose="020B0004020202020204" pitchFamily="34" charset="0"/>
              </a:rPr>
              <a:t>tidak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selalu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berbanding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lurus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dengan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penurunan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kesehatan</a:t>
            </a:r>
            <a:r>
              <a:rPr lang="en-ID" dirty="0">
                <a:latin typeface="Aptos Narrow" panose="020B0004020202020204" pitchFamily="34" charset="0"/>
              </a:rPr>
              <a:t> model, </a:t>
            </a:r>
            <a:r>
              <a:rPr lang="en-ID" dirty="0" err="1">
                <a:latin typeface="Aptos Narrow" panose="020B0004020202020204" pitchFamily="34" charset="0"/>
              </a:rPr>
              <a:t>khususnya</a:t>
            </a:r>
            <a:r>
              <a:rPr lang="en-ID" dirty="0">
                <a:latin typeface="Aptos Narrow" panose="020B0004020202020204" pitchFamily="34" charset="0"/>
              </a:rPr>
              <a:t> pada </a:t>
            </a:r>
            <a:r>
              <a:rPr lang="en-ID" dirty="0" err="1">
                <a:latin typeface="Aptos Narrow" panose="020B0004020202020204" pitchFamily="34" charset="0"/>
              </a:rPr>
              <a:t>skenario</a:t>
            </a:r>
            <a:r>
              <a:rPr lang="en-ID" dirty="0">
                <a:latin typeface="Aptos Narrow" panose="020B0004020202020204" pitchFamily="34" charset="0"/>
              </a:rPr>
              <a:t> blur dan compression, di mana model </a:t>
            </a:r>
            <a:r>
              <a:rPr lang="en-ID" dirty="0" err="1">
                <a:latin typeface="Aptos Narrow" panose="020B0004020202020204" pitchFamily="34" charset="0"/>
              </a:rPr>
              <a:t>masih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mampu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mempertahankan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performa</a:t>
            </a:r>
            <a:r>
              <a:rPr lang="en-ID" dirty="0">
                <a:latin typeface="Aptos Narrow" panose="020B00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Aptos Narrow" panose="020B0004020202020204" pitchFamily="34" charset="0"/>
              </a:rPr>
              <a:t>Gaussian Noise dan Lighting Degradation </a:t>
            </a:r>
            <a:r>
              <a:rPr lang="en-ID" dirty="0" err="1">
                <a:latin typeface="Aptos Narrow" panose="020B0004020202020204" pitchFamily="34" charset="0"/>
              </a:rPr>
              <a:t>terbukti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memberikan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dampak</a:t>
            </a:r>
            <a:r>
              <a:rPr lang="en-ID" dirty="0">
                <a:latin typeface="Aptos Narrow" panose="020B0004020202020204" pitchFamily="34" charset="0"/>
              </a:rPr>
              <a:t> yang </a:t>
            </a:r>
            <a:r>
              <a:rPr lang="en-ID" dirty="0" err="1">
                <a:latin typeface="Aptos Narrow" panose="020B0004020202020204" pitchFamily="34" charset="0"/>
              </a:rPr>
              <a:t>lebih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nyata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terhadap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perilaku</a:t>
            </a:r>
            <a:r>
              <a:rPr lang="en-ID" dirty="0">
                <a:latin typeface="Aptos Narrow" panose="020B0004020202020204" pitchFamily="34" charset="0"/>
              </a:rPr>
              <a:t> model, </a:t>
            </a:r>
            <a:r>
              <a:rPr lang="en-ID" dirty="0" err="1">
                <a:latin typeface="Aptos Narrow" panose="020B0004020202020204" pitchFamily="34" charset="0"/>
              </a:rPr>
              <a:t>tercermin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dari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penurunan</a:t>
            </a:r>
            <a:r>
              <a:rPr lang="en-ID" dirty="0">
                <a:latin typeface="Aptos Narrow" panose="020B0004020202020204" pitchFamily="34" charset="0"/>
              </a:rPr>
              <a:t> Composite Health Score (</a:t>
            </a:r>
            <a:r>
              <a:rPr lang="en-ID" dirty="0" err="1">
                <a:latin typeface="Aptos Narrow" panose="020B0004020202020204" pitchFamily="34" charset="0"/>
              </a:rPr>
              <a:t>D_prod</a:t>
            </a:r>
            <a:r>
              <a:rPr lang="en-ID" dirty="0">
                <a:latin typeface="Aptos Narrow" panose="020B0004020202020204" pitchFamily="34" charset="0"/>
              </a:rPr>
              <a:t>) yang </a:t>
            </a:r>
            <a:r>
              <a:rPr lang="en-ID" dirty="0" err="1">
                <a:latin typeface="Aptos Narrow" panose="020B0004020202020204" pitchFamily="34" charset="0"/>
              </a:rPr>
              <a:t>konsisten</a:t>
            </a:r>
            <a:r>
              <a:rPr lang="en-ID" dirty="0">
                <a:latin typeface="Aptos Narrow" panose="020B0004020202020204" pitchFamily="34" charset="0"/>
              </a:rPr>
              <a:t> dan </a:t>
            </a:r>
            <a:r>
              <a:rPr lang="en-ID" dirty="0" err="1">
                <a:latin typeface="Aptos Narrow" panose="020B0004020202020204" pitchFamily="34" charset="0"/>
              </a:rPr>
              <a:t>melintasi</a:t>
            </a:r>
            <a:r>
              <a:rPr lang="en-ID" dirty="0">
                <a:latin typeface="Aptos Narrow" panose="020B0004020202020204" pitchFamily="34" charset="0"/>
              </a:rPr>
              <a:t> threshold status </a:t>
            </a:r>
            <a:r>
              <a:rPr lang="en-ID" dirty="0" err="1">
                <a:latin typeface="Aptos Narrow" panose="020B0004020202020204" pitchFamily="34" charset="0"/>
              </a:rPr>
              <a:t>kesehatan</a:t>
            </a:r>
            <a:r>
              <a:rPr lang="en-ID" dirty="0">
                <a:latin typeface="Aptos Narrow" panose="020B00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multi-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berbasis</a:t>
            </a:r>
            <a:r>
              <a:rPr lang="en-ID" dirty="0">
                <a:latin typeface="Aptos Narrow" panose="020B0004020202020204" pitchFamily="34" charset="0"/>
              </a:rPr>
              <a:t> Composite Health Score (</a:t>
            </a:r>
            <a:r>
              <a:rPr lang="en-ID" dirty="0" err="1">
                <a:latin typeface="Aptos Narrow" panose="020B0004020202020204" pitchFamily="34" charset="0"/>
              </a:rPr>
              <a:t>D_prod</a:t>
            </a:r>
            <a:r>
              <a:rPr lang="en-ID" dirty="0">
                <a:latin typeface="Aptos Narrow" panose="020B0004020202020204" pitchFamily="34" charset="0"/>
              </a:rPr>
              <a:t>) </a:t>
            </a:r>
            <a:r>
              <a:rPr lang="en-ID" dirty="0" err="1">
                <a:latin typeface="Aptos Narrow" panose="020B0004020202020204" pitchFamily="34" charset="0"/>
              </a:rPr>
              <a:t>mampu</a:t>
            </a:r>
            <a:r>
              <a:rPr lang="en-ID" dirty="0">
                <a:latin typeface="Aptos Narrow" panose="020B0004020202020204" pitchFamily="34" charset="0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dirty="0" err="1">
                <a:latin typeface="Aptos Narrow" panose="020B0004020202020204" pitchFamily="34" charset="0"/>
              </a:rPr>
              <a:t>Menangkap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secara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lebih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stabil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lintas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skenario</a:t>
            </a:r>
            <a:r>
              <a:rPr lang="en-ID" dirty="0">
                <a:latin typeface="Aptos Narrow" panose="020B0004020202020204" pitchFamily="34" charset="0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dirty="0" err="1">
                <a:latin typeface="Aptos Narrow" panose="020B0004020202020204" pitchFamily="34" charset="0"/>
              </a:rPr>
              <a:t>Mengurangi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sinyal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parsial</a:t>
            </a:r>
            <a:r>
              <a:rPr lang="en-ID" dirty="0">
                <a:latin typeface="Aptos Narrow" panose="020B0004020202020204" pitchFamily="34" charset="0"/>
              </a:rPr>
              <a:t> dan </a:t>
            </a:r>
            <a:r>
              <a:rPr lang="en-ID" dirty="0" err="1">
                <a:latin typeface="Aptos Narrow" panose="020B0004020202020204" pitchFamily="34" charset="0"/>
              </a:rPr>
              <a:t>fluktuatif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dari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metrik</a:t>
            </a:r>
            <a:r>
              <a:rPr lang="en-ID" dirty="0">
                <a:latin typeface="Aptos Narrow" panose="020B0004020202020204" pitchFamily="34" charset="0"/>
              </a:rPr>
              <a:t> individual,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dirty="0">
                <a:latin typeface="Aptos Narrow" panose="020B0004020202020204" pitchFamily="34" charset="0"/>
              </a:rPr>
              <a:t>Serta </a:t>
            </a:r>
            <a:r>
              <a:rPr lang="en-ID" dirty="0" err="1">
                <a:latin typeface="Aptos Narrow" panose="020B0004020202020204" pitchFamily="34" charset="0"/>
              </a:rPr>
              <a:t>membedakan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kondisi</a:t>
            </a:r>
            <a:r>
              <a:rPr lang="en-ID" dirty="0">
                <a:latin typeface="Aptos Narrow" panose="020B0004020202020204" pitchFamily="34" charset="0"/>
              </a:rPr>
              <a:t> Healthy – Degraded – Critical </a:t>
            </a:r>
            <a:r>
              <a:rPr lang="en-ID" dirty="0" err="1">
                <a:latin typeface="Aptos Narrow" panose="020B0004020202020204" pitchFamily="34" charset="0"/>
              </a:rPr>
              <a:t>secara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lebih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jelas</a:t>
            </a:r>
            <a:r>
              <a:rPr lang="en-ID" dirty="0">
                <a:latin typeface="Aptos Narrow" panose="020B00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Aptos Narrow" panose="020B0004020202020204" pitchFamily="34" charset="0"/>
              </a:rPr>
              <a:t>Pendekatan</a:t>
            </a:r>
            <a:r>
              <a:rPr lang="en-ID" dirty="0">
                <a:latin typeface="Aptos Narrow" panose="020B0004020202020204" pitchFamily="34" charset="0"/>
              </a:rPr>
              <a:t> single-metric (PSI) </a:t>
            </a:r>
            <a:r>
              <a:rPr lang="en-ID" dirty="0" err="1">
                <a:latin typeface="Aptos Narrow" panose="020B0004020202020204" pitchFamily="34" charset="0"/>
              </a:rPr>
              <a:t>memiliki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keterbatasan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karena</a:t>
            </a:r>
            <a:r>
              <a:rPr lang="en-ID" dirty="0">
                <a:latin typeface="Aptos Narrow" panose="020B0004020202020204" pitchFamily="34" charset="0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dirty="0" err="1">
                <a:latin typeface="Aptos Narrow" panose="020B0004020202020204" pitchFamily="34" charset="0"/>
              </a:rPr>
              <a:t>Sensitif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terhadap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perubahan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distribusi</a:t>
            </a:r>
            <a:r>
              <a:rPr lang="en-ID" dirty="0">
                <a:latin typeface="Aptos Narrow" panose="020B0004020202020204" pitchFamily="34" charset="0"/>
              </a:rPr>
              <a:t> data yang </a:t>
            </a:r>
            <a:r>
              <a:rPr lang="en-ID" dirty="0" err="1">
                <a:latin typeface="Aptos Narrow" panose="020B0004020202020204" pitchFamily="34" charset="0"/>
              </a:rPr>
              <a:t>tidak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selalu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berdampak</a:t>
            </a:r>
            <a:r>
              <a:rPr lang="en-ID" dirty="0">
                <a:latin typeface="Aptos Narrow" panose="020B0004020202020204" pitchFamily="34" charset="0"/>
              </a:rPr>
              <a:t> pada </a:t>
            </a:r>
            <a:r>
              <a:rPr lang="en-ID" dirty="0" err="1">
                <a:latin typeface="Aptos Narrow" panose="020B0004020202020204" pitchFamily="34" charset="0"/>
              </a:rPr>
              <a:t>perilaku</a:t>
            </a:r>
            <a:r>
              <a:rPr lang="en-ID" dirty="0">
                <a:latin typeface="Aptos Narrow" panose="020B0004020202020204" pitchFamily="34" charset="0"/>
              </a:rPr>
              <a:t> model,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dirty="0" err="1">
                <a:latin typeface="Aptos Narrow" panose="020B0004020202020204" pitchFamily="34" charset="0"/>
              </a:rPr>
              <a:t>Berpotensi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menimbulkan</a:t>
            </a:r>
            <a:r>
              <a:rPr lang="en-ID" dirty="0">
                <a:latin typeface="Aptos Narrow" panose="020B0004020202020204" pitchFamily="34" charset="0"/>
              </a:rPr>
              <a:t> false alarm </a:t>
            </a:r>
            <a:r>
              <a:rPr lang="en-ID" dirty="0" err="1">
                <a:latin typeface="Aptos Narrow" panose="020B0004020202020204" pitchFamily="34" charset="0"/>
              </a:rPr>
              <a:t>maupun</a:t>
            </a:r>
            <a:r>
              <a:rPr lang="en-ID" dirty="0">
                <a:latin typeface="Aptos Narrow" panose="020B0004020202020204" pitchFamily="34" charset="0"/>
              </a:rPr>
              <a:t> missed detection </a:t>
            </a:r>
            <a:r>
              <a:rPr lang="en-ID" dirty="0" err="1">
                <a:latin typeface="Aptos Narrow" panose="020B0004020202020204" pitchFamily="34" charset="0"/>
              </a:rPr>
              <a:t>jika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digunakan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sebagai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satu-satunya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indikator</a:t>
            </a:r>
            <a:r>
              <a:rPr lang="en-ID" dirty="0">
                <a:latin typeface="Aptos Narrow" panose="020B00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>
                <a:latin typeface="Aptos Narrow" panose="020B0004020202020204" pitchFamily="34" charset="0"/>
              </a:rPr>
              <a:t>Penentuan</a:t>
            </a:r>
            <a:r>
              <a:rPr lang="en-ID" dirty="0">
                <a:latin typeface="Aptos Narrow" panose="020B0004020202020204" pitchFamily="34" charset="0"/>
              </a:rPr>
              <a:t> threshold status </a:t>
            </a:r>
            <a:r>
              <a:rPr lang="en-ID" dirty="0" err="1">
                <a:latin typeface="Aptos Narrow" panose="020B0004020202020204" pitchFamily="34" charset="0"/>
              </a:rPr>
              <a:t>kesehatan</a:t>
            </a:r>
            <a:r>
              <a:rPr lang="en-ID" dirty="0">
                <a:latin typeface="Aptos Narrow" panose="020B0004020202020204" pitchFamily="34" charset="0"/>
              </a:rPr>
              <a:t> model </a:t>
            </a:r>
            <a:r>
              <a:rPr lang="en-ID" dirty="0" err="1">
                <a:latin typeface="Aptos Narrow" panose="020B0004020202020204" pitchFamily="34" charset="0"/>
              </a:rPr>
              <a:t>dapat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dilakukan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secara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empiris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berdasarkan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hasil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eksperimen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degradasi</a:t>
            </a:r>
            <a:r>
              <a:rPr lang="en-ID" dirty="0">
                <a:latin typeface="Aptos Narrow" panose="020B0004020202020204" pitchFamily="34" charset="0"/>
              </a:rPr>
              <a:t> data, </a:t>
            </a:r>
            <a:r>
              <a:rPr lang="en-ID" dirty="0" err="1">
                <a:latin typeface="Aptos Narrow" panose="020B0004020202020204" pitchFamily="34" charset="0"/>
              </a:rPr>
              <a:t>sehingga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relevan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untuk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konteks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operasional</a:t>
            </a:r>
            <a:r>
              <a:rPr lang="en-ID" dirty="0">
                <a:latin typeface="Aptos Narrow" panose="020B0004020202020204" pitchFamily="34" charset="0"/>
              </a:rPr>
              <a:t> </a:t>
            </a:r>
            <a:r>
              <a:rPr lang="en-ID" dirty="0" err="1">
                <a:latin typeface="Aptos Narrow" panose="020B0004020202020204" pitchFamily="34" charset="0"/>
              </a:rPr>
              <a:t>nyata</a:t>
            </a:r>
            <a:r>
              <a:rPr lang="en-ID" dirty="0">
                <a:latin typeface="Aptos Narrow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6668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19E6-EB0E-9DE4-9C62-DEB60223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55486B-F957-A4CB-1D90-54A5E265361B}"/>
              </a:ext>
            </a:extLst>
          </p:cNvPr>
          <p:cNvSpPr txBox="1">
            <a:spLocks/>
          </p:cNvSpPr>
          <p:nvPr/>
        </p:nvSpPr>
        <p:spPr bwMode="gray">
          <a:xfrm>
            <a:off x="393280" y="270070"/>
            <a:ext cx="11456975" cy="454325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0" i="0" kern="1200" dirty="0">
                <a:solidFill>
                  <a:schemeClr val="accent1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Kesimpulan dan Saran – Saran &amp; Arah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Penelitian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Selanjutnya</a:t>
            </a:r>
            <a:r>
              <a:rPr lang="en-US" sz="2600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94931-9E51-188D-715A-431F28C21838}"/>
              </a:ext>
            </a:extLst>
          </p:cNvPr>
          <p:cNvSpPr txBox="1"/>
          <p:nvPr/>
        </p:nvSpPr>
        <p:spPr>
          <a:xfrm>
            <a:off x="483919" y="1015709"/>
            <a:ext cx="106788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u="sng" dirty="0">
                <a:latin typeface="Aptos Narrow" panose="020B0004020202020204" pitchFamily="34" charset="0"/>
              </a:rPr>
              <a:t>Saran </a:t>
            </a:r>
            <a:r>
              <a:rPr lang="en-ID" b="1" u="sng" dirty="0" err="1">
                <a:latin typeface="Aptos Narrow" panose="020B0004020202020204" pitchFamily="34" charset="0"/>
              </a:rPr>
              <a:t>Pengembangan</a:t>
            </a:r>
            <a:r>
              <a:rPr lang="en-ID" b="1" u="sng" dirty="0">
                <a:latin typeface="Aptos Narrow" panose="020B0004020202020204" pitchFamily="34" charset="0"/>
              </a:rPr>
              <a:t> </a:t>
            </a:r>
            <a:r>
              <a:rPr lang="en-ID" b="1" u="sng" dirty="0" err="1">
                <a:latin typeface="Aptos Narrow" panose="020B0004020202020204" pitchFamily="34" charset="0"/>
              </a:rPr>
              <a:t>Penelitian</a:t>
            </a:r>
            <a:endParaRPr lang="en-ID" b="1" u="sng" dirty="0">
              <a:latin typeface="Aptos Narrow" panose="020B00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err="1">
                <a:latin typeface="Aptos Narrow" panose="020B0004020202020204" pitchFamily="34" charset="0"/>
              </a:rPr>
              <a:t>Penelitian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selanjutnya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disarankan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untuk</a:t>
            </a:r>
            <a:r>
              <a:rPr lang="en-US" altLang="en-US" dirty="0">
                <a:latin typeface="Aptos Narrow" panose="020B0004020202020204" pitchFamily="34" charset="0"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ptos Narrow" panose="020B0004020202020204" pitchFamily="34" charset="0"/>
              </a:rPr>
              <a:t>Mengevaluasi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pendekatan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ini</a:t>
            </a:r>
            <a:r>
              <a:rPr lang="en-US" altLang="en-US" dirty="0">
                <a:latin typeface="Aptos Narrow" panose="020B0004020202020204" pitchFamily="34" charset="0"/>
              </a:rPr>
              <a:t> pada dataset dan domain yang </a:t>
            </a:r>
            <a:r>
              <a:rPr lang="en-US" altLang="en-US" dirty="0" err="1">
                <a:latin typeface="Aptos Narrow" panose="020B0004020202020204" pitchFamily="34" charset="0"/>
              </a:rPr>
              <a:t>berbeda</a:t>
            </a:r>
            <a:r>
              <a:rPr lang="en-US" altLang="en-US" dirty="0">
                <a:latin typeface="Aptos Narrow" panose="020B0004020202020204" pitchFamily="34" charset="0"/>
              </a:rPr>
              <a:t> (</a:t>
            </a:r>
            <a:r>
              <a:rPr lang="en-US" altLang="en-US" dirty="0" err="1">
                <a:latin typeface="Aptos Narrow" panose="020B0004020202020204" pitchFamily="34" charset="0"/>
              </a:rPr>
              <a:t>misalnya</a:t>
            </a:r>
            <a:r>
              <a:rPr lang="en-US" altLang="en-US" dirty="0">
                <a:latin typeface="Aptos Narrow" panose="020B0004020202020204" pitchFamily="34" charset="0"/>
              </a:rPr>
              <a:t> non-vision </a:t>
            </a:r>
            <a:r>
              <a:rPr lang="en-US" altLang="en-US" dirty="0" err="1">
                <a:latin typeface="Aptos Narrow" panose="020B0004020202020204" pitchFamily="34" charset="0"/>
              </a:rPr>
              <a:t>atau</a:t>
            </a:r>
            <a:r>
              <a:rPr lang="en-US" altLang="en-US" dirty="0">
                <a:latin typeface="Aptos Narrow" panose="020B0004020202020204" pitchFamily="34" charset="0"/>
              </a:rPr>
              <a:t> real production data),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ptos Narrow" panose="020B0004020202020204" pitchFamily="34" charset="0"/>
              </a:rPr>
              <a:t>Menguji</a:t>
            </a:r>
            <a:r>
              <a:rPr lang="en-US" altLang="en-US" dirty="0">
                <a:latin typeface="Aptos Narrow" panose="020B0004020202020204" pitchFamily="34" charset="0"/>
              </a:rPr>
              <a:t> adaptive </a:t>
            </a:r>
            <a:r>
              <a:rPr lang="en-US" altLang="en-US" dirty="0" err="1">
                <a:latin typeface="Aptos Narrow" panose="020B0004020202020204" pitchFamily="34" charset="0"/>
              </a:rPr>
              <a:t>atau</a:t>
            </a:r>
            <a:r>
              <a:rPr lang="en-US" altLang="en-US" dirty="0">
                <a:latin typeface="Aptos Narrow" panose="020B0004020202020204" pitchFamily="34" charset="0"/>
              </a:rPr>
              <a:t> dynamic weighting pada </a:t>
            </a:r>
            <a:r>
              <a:rPr lang="en-US" altLang="en-US" dirty="0" err="1">
                <a:latin typeface="Aptos Narrow" panose="020B0004020202020204" pitchFamily="34" charset="0"/>
              </a:rPr>
              <a:t>agregasi</a:t>
            </a:r>
            <a:r>
              <a:rPr lang="en-US" altLang="en-US" dirty="0">
                <a:latin typeface="Aptos Narrow" panose="020B0004020202020204" pitchFamily="34" charset="0"/>
              </a:rPr>
              <a:t> multi-</a:t>
            </a:r>
            <a:r>
              <a:rPr lang="en-US" altLang="en-US" dirty="0" err="1">
                <a:latin typeface="Aptos Narrow" panose="020B0004020202020204" pitchFamily="34" charset="0"/>
              </a:rPr>
              <a:t>metrik</a:t>
            </a:r>
            <a:r>
              <a:rPr lang="en-US" altLang="en-US" dirty="0">
                <a:latin typeface="Aptos Narrow" panose="020B00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err="1">
                <a:latin typeface="Aptos Narrow" panose="020B0004020202020204" pitchFamily="34" charset="0"/>
              </a:rPr>
              <a:t>Implementasi</a:t>
            </a:r>
            <a:r>
              <a:rPr lang="en-US" altLang="en-US" dirty="0">
                <a:latin typeface="Aptos Narrow" panose="020B0004020202020204" pitchFamily="34" charset="0"/>
              </a:rPr>
              <a:t> di </a:t>
            </a:r>
            <a:r>
              <a:rPr lang="en-US" altLang="en-US" dirty="0" err="1">
                <a:latin typeface="Aptos Narrow" panose="020B0004020202020204" pitchFamily="34" charset="0"/>
              </a:rPr>
              <a:t>lingkungan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produksi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dapat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diperluas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dengan</a:t>
            </a:r>
            <a:r>
              <a:rPr lang="en-US" altLang="en-US" dirty="0">
                <a:latin typeface="Aptos Narrow" panose="020B0004020202020204" pitchFamily="34" charset="0"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 Narrow" panose="020B0004020202020204" pitchFamily="34" charset="0"/>
              </a:rPr>
              <a:t>Integrasi composite health score </a:t>
            </a:r>
            <a:r>
              <a:rPr lang="en-US" altLang="en-US" dirty="0" err="1">
                <a:latin typeface="Aptos Narrow" panose="020B0004020202020204" pitchFamily="34" charset="0"/>
              </a:rPr>
              <a:t>sebagai</a:t>
            </a:r>
            <a:r>
              <a:rPr lang="en-US" altLang="en-US" dirty="0">
                <a:latin typeface="Aptos Narrow" panose="020B0004020202020204" pitchFamily="34" charset="0"/>
              </a:rPr>
              <a:t> trigger </a:t>
            </a:r>
            <a:r>
              <a:rPr lang="en-US" altLang="en-US" dirty="0" err="1">
                <a:latin typeface="Aptos Narrow" panose="020B0004020202020204" pitchFamily="34" charset="0"/>
              </a:rPr>
              <a:t>otomatis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untuk</a:t>
            </a:r>
            <a:r>
              <a:rPr lang="en-US" altLang="en-US" dirty="0">
                <a:latin typeface="Aptos Narrow" panose="020B0004020202020204" pitchFamily="34" charset="0"/>
              </a:rPr>
              <a:t> retraining, rollback, </a:t>
            </a:r>
            <a:r>
              <a:rPr lang="en-US" altLang="en-US" dirty="0" err="1">
                <a:latin typeface="Aptos Narrow" panose="020B0004020202020204" pitchFamily="34" charset="0"/>
              </a:rPr>
              <a:t>atau</a:t>
            </a:r>
            <a:r>
              <a:rPr lang="en-US" altLang="en-US" dirty="0">
                <a:latin typeface="Aptos Narrow" panose="020B0004020202020204" pitchFamily="34" charset="0"/>
              </a:rPr>
              <a:t> alert </a:t>
            </a:r>
            <a:r>
              <a:rPr lang="en-US" altLang="en-US" dirty="0" err="1">
                <a:latin typeface="Aptos Narrow" panose="020B0004020202020204" pitchFamily="34" charset="0"/>
              </a:rPr>
              <a:t>operasional</a:t>
            </a:r>
            <a:r>
              <a:rPr lang="en-US" altLang="en-US" dirty="0">
                <a:latin typeface="Aptos Narrow" panose="020B0004020202020204" pitchFamily="34" charset="0"/>
              </a:rPr>
              <a:t>,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ptos Narrow" panose="020B0004020202020204" pitchFamily="34" charset="0"/>
              </a:rPr>
              <a:t>Penggabungan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dengan</a:t>
            </a:r>
            <a:r>
              <a:rPr lang="en-US" altLang="en-US" dirty="0">
                <a:latin typeface="Aptos Narrow" panose="020B0004020202020204" pitchFamily="34" charset="0"/>
              </a:rPr>
              <a:t> feedback loop </a:t>
            </a:r>
            <a:r>
              <a:rPr lang="en-US" altLang="en-US" dirty="0" err="1">
                <a:latin typeface="Aptos Narrow" panose="020B0004020202020204" pitchFamily="34" charset="0"/>
              </a:rPr>
              <a:t>berbasis</a:t>
            </a:r>
            <a:r>
              <a:rPr lang="en-US" altLang="en-US" dirty="0">
                <a:latin typeface="Aptos Narrow" panose="020B0004020202020204" pitchFamily="34" charset="0"/>
              </a:rPr>
              <a:t> ground truth </a:t>
            </a:r>
            <a:r>
              <a:rPr lang="en-US" altLang="en-US" dirty="0" err="1">
                <a:latin typeface="Aptos Narrow" panose="020B0004020202020204" pitchFamily="34" charset="0"/>
              </a:rPr>
              <a:t>tertunda</a:t>
            </a:r>
            <a:r>
              <a:rPr lang="en-US" altLang="en-US" dirty="0">
                <a:latin typeface="Aptos Narrow" panose="020B00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err="1">
                <a:latin typeface="Aptos Narrow" panose="020B0004020202020204" pitchFamily="34" charset="0"/>
              </a:rPr>
              <a:t>Pendekatan</a:t>
            </a:r>
            <a:r>
              <a:rPr lang="en-US" altLang="en-US" dirty="0">
                <a:latin typeface="Aptos Narrow" panose="020B0004020202020204" pitchFamily="34" charset="0"/>
              </a:rPr>
              <a:t> multi-</a:t>
            </a:r>
            <a:r>
              <a:rPr lang="en-US" altLang="en-US" dirty="0" err="1">
                <a:latin typeface="Aptos Narrow" panose="020B0004020202020204" pitchFamily="34" charset="0"/>
              </a:rPr>
              <a:t>metrik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ini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dapat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dikombinasikan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dengan</a:t>
            </a:r>
            <a:r>
              <a:rPr lang="en-US" altLang="en-US" dirty="0">
                <a:latin typeface="Aptos Narrow" panose="020B0004020202020204" pitchFamily="34" charset="0"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 Narrow" panose="020B0004020202020204" pitchFamily="34" charset="0"/>
              </a:rPr>
              <a:t>Metode concept drift detection yang </a:t>
            </a:r>
            <a:r>
              <a:rPr lang="en-US" altLang="en-US" dirty="0" err="1">
                <a:latin typeface="Aptos Narrow" panose="020B0004020202020204" pitchFamily="34" charset="0"/>
              </a:rPr>
              <a:t>ada</a:t>
            </a:r>
            <a:r>
              <a:rPr lang="en-US" altLang="en-US" dirty="0">
                <a:latin typeface="Aptos Narrow" panose="020B0004020202020204" pitchFamily="34" charset="0"/>
              </a:rPr>
              <a:t>,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 Narrow" panose="020B0004020202020204" pitchFamily="34" charset="0"/>
              </a:rPr>
              <a:t>Atau </a:t>
            </a:r>
            <a:r>
              <a:rPr lang="en-US" altLang="en-US" dirty="0" err="1">
                <a:latin typeface="Aptos Narrow" panose="020B0004020202020204" pitchFamily="34" charset="0"/>
              </a:rPr>
              <a:t>dijadikan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lapisan</a:t>
            </a:r>
            <a:r>
              <a:rPr lang="en-US" altLang="en-US" dirty="0">
                <a:latin typeface="Aptos Narrow" panose="020B0004020202020204" pitchFamily="34" charset="0"/>
              </a:rPr>
              <a:t> decision layer di </a:t>
            </a:r>
            <a:r>
              <a:rPr lang="en-US" altLang="en-US" dirty="0" err="1">
                <a:latin typeface="Aptos Narrow" panose="020B0004020202020204" pitchFamily="34" charset="0"/>
              </a:rPr>
              <a:t>atas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sistem</a:t>
            </a:r>
            <a:r>
              <a:rPr lang="en-US" altLang="en-US" dirty="0">
                <a:latin typeface="Aptos Narrow" panose="020B0004020202020204" pitchFamily="34" charset="0"/>
              </a:rPr>
              <a:t> monitoring </a:t>
            </a:r>
            <a:r>
              <a:rPr lang="en-US" altLang="en-US" dirty="0" err="1">
                <a:latin typeface="Aptos Narrow" panose="020B0004020202020204" pitchFamily="34" charset="0"/>
              </a:rPr>
              <a:t>MLOps</a:t>
            </a:r>
            <a:r>
              <a:rPr lang="en-US" altLang="en-US" dirty="0">
                <a:latin typeface="Aptos Narrow" panose="020B0004020202020204" pitchFamily="34" charset="0"/>
              </a:rPr>
              <a:t> yang </a:t>
            </a:r>
            <a:r>
              <a:rPr lang="en-US" altLang="en-US" dirty="0" err="1">
                <a:latin typeface="Aptos Narrow" panose="020B0004020202020204" pitchFamily="34" charset="0"/>
              </a:rPr>
              <a:t>sudah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berjalan</a:t>
            </a:r>
            <a:r>
              <a:rPr lang="en-US" altLang="en-US" dirty="0">
                <a:latin typeface="Aptos Narrow" panose="020B00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err="1">
                <a:latin typeface="Aptos Narrow" panose="020B0004020202020204" pitchFamily="34" charset="0"/>
              </a:rPr>
              <a:t>Pengembangan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lanjutan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dapat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mencakup</a:t>
            </a:r>
            <a:r>
              <a:rPr lang="en-US" altLang="en-US" dirty="0">
                <a:latin typeface="Aptos Narrow" panose="020B0004020202020204" pitchFamily="34" charset="0"/>
              </a:rPr>
              <a:t>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ptos Narrow" panose="020B0004020202020204" pitchFamily="34" charset="0"/>
              </a:rPr>
              <a:t>Eksplorasi</a:t>
            </a:r>
            <a:r>
              <a:rPr lang="en-US" altLang="en-US" dirty="0">
                <a:latin typeface="Aptos Narrow" panose="020B0004020202020204" pitchFamily="34" charset="0"/>
              </a:rPr>
              <a:t> threshold </a:t>
            </a:r>
            <a:r>
              <a:rPr lang="en-US" altLang="en-US" dirty="0" err="1">
                <a:latin typeface="Aptos Narrow" panose="020B0004020202020204" pitchFamily="34" charset="0"/>
              </a:rPr>
              <a:t>berbasis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risiko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bisnis</a:t>
            </a:r>
            <a:r>
              <a:rPr lang="en-US" altLang="en-US" dirty="0">
                <a:latin typeface="Aptos Narrow" panose="020B0004020202020204" pitchFamily="34" charset="0"/>
              </a:rPr>
              <a:t>,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 Narrow" panose="020B0004020202020204" pitchFamily="34" charset="0"/>
              </a:rPr>
              <a:t>Serta </a:t>
            </a:r>
            <a:r>
              <a:rPr lang="en-US" altLang="en-US" dirty="0" err="1">
                <a:latin typeface="Aptos Narrow" panose="020B0004020202020204" pitchFamily="34" charset="0"/>
              </a:rPr>
              <a:t>analisis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sensitivitas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bobot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metrik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untuk</a:t>
            </a:r>
            <a:r>
              <a:rPr lang="en-US" altLang="en-US" dirty="0">
                <a:latin typeface="Aptos Narrow" panose="020B0004020202020204" pitchFamily="34" charset="0"/>
              </a:rPr>
              <a:t> </a:t>
            </a:r>
            <a:r>
              <a:rPr lang="en-US" altLang="en-US" dirty="0" err="1">
                <a:latin typeface="Aptos Narrow" panose="020B0004020202020204" pitchFamily="34" charset="0"/>
              </a:rPr>
              <a:t>meningkatkan</a:t>
            </a:r>
            <a:r>
              <a:rPr lang="en-US" altLang="en-US" dirty="0">
                <a:latin typeface="Aptos Narrow" panose="020B0004020202020204" pitchFamily="34" charset="0"/>
              </a:rPr>
              <a:t> robustness </a:t>
            </a:r>
            <a:r>
              <a:rPr lang="en-US" altLang="en-US" dirty="0" err="1">
                <a:latin typeface="Aptos Narrow" panose="020B0004020202020204" pitchFamily="34" charset="0"/>
              </a:rPr>
              <a:t>sistem</a:t>
            </a:r>
            <a:r>
              <a:rPr lang="en-US" altLang="en-US" dirty="0">
                <a:latin typeface="Aptos Narrow" panose="020B0004020202020204" pitchFamily="34" charset="0"/>
              </a:rPr>
              <a:t> monitoring.</a:t>
            </a:r>
          </a:p>
        </p:txBody>
      </p:sp>
    </p:spTree>
    <p:extLst>
      <p:ext uri="{BB962C8B-B14F-4D97-AF65-F5344CB8AC3E}">
        <p14:creationId xmlns:p14="http://schemas.microsoft.com/office/powerpoint/2010/main" val="179686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F044-BFDC-08C5-2DDB-2E72163F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268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ptos Black" panose="020B0004020202020204" pitchFamily="34" charset="0"/>
              </a:rPr>
              <a:t>TERIMA KASIH</a:t>
            </a:r>
            <a:endParaRPr lang="en-ID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8BC6-8780-8211-B345-2228E728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8270"/>
            <a:ext cx="10515600" cy="8686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sz="2000" b="1" dirty="0">
                <a:latin typeface="Georgia" panose="02040502050405020303" pitchFamily="18" charset="0"/>
                <a:ea typeface="Cambria" panose="02040503050406030204" pitchFamily="18" charset="0"/>
              </a:rPr>
              <a:t>Sony Harianto</a:t>
            </a:r>
            <a:br>
              <a:rPr lang="en-ID" sz="2000" dirty="0">
                <a:latin typeface="Georgia" panose="02040502050405020303" pitchFamily="18" charset="0"/>
                <a:ea typeface="Cambria" panose="02040503050406030204" pitchFamily="18" charset="0"/>
              </a:rPr>
            </a:br>
            <a:r>
              <a:rPr lang="en-ID" sz="2000" dirty="0">
                <a:latin typeface="Georgia" panose="02040502050405020303" pitchFamily="18" charset="0"/>
                <a:ea typeface="Cambria" panose="02040503050406030204" pitchFamily="18" charset="0"/>
              </a:rPr>
              <a:t>Program Magister — </a:t>
            </a:r>
            <a:r>
              <a:rPr lang="en-ID" sz="2000" dirty="0" err="1">
                <a:latin typeface="Georgia" panose="02040502050405020303" pitchFamily="18" charset="0"/>
                <a:ea typeface="Cambria" panose="02040503050406030204" pitchFamily="18" charset="0"/>
              </a:rPr>
              <a:t>Ilmu</a:t>
            </a:r>
            <a:r>
              <a:rPr lang="en-ID" sz="2000" dirty="0">
                <a:latin typeface="Georgia" panose="02040502050405020303" pitchFamily="18" charset="0"/>
                <a:ea typeface="Cambria" panose="02040503050406030204" pitchFamily="18" charset="0"/>
              </a:rPr>
              <a:t> </a:t>
            </a:r>
            <a:r>
              <a:rPr lang="en-ID" sz="2000" dirty="0" err="1">
                <a:latin typeface="Georgia" panose="02040502050405020303" pitchFamily="18" charset="0"/>
                <a:ea typeface="Cambria" panose="02040503050406030204" pitchFamily="18" charset="0"/>
              </a:rPr>
              <a:t>Komputer</a:t>
            </a:r>
            <a:br>
              <a:rPr lang="en-ID" sz="2000" dirty="0">
                <a:latin typeface="Georgia" panose="02040502050405020303" pitchFamily="18" charset="0"/>
                <a:ea typeface="Cambria" panose="02040503050406030204" pitchFamily="18" charset="0"/>
              </a:rPr>
            </a:br>
            <a:r>
              <a:rPr lang="en-ID" sz="2000" dirty="0">
                <a:latin typeface="Georgia" panose="02040502050405020303" pitchFamily="18" charset="0"/>
                <a:ea typeface="Cambria" panose="02040503050406030204" pitchFamily="18" charset="0"/>
              </a:rPr>
              <a:t>Universitas Nusa </a:t>
            </a:r>
            <a:r>
              <a:rPr lang="en-ID" sz="2000" dirty="0" err="1">
                <a:latin typeface="Georgia" panose="02040502050405020303" pitchFamily="18" charset="0"/>
                <a:ea typeface="Cambria" panose="02040503050406030204" pitchFamily="18" charset="0"/>
              </a:rPr>
              <a:t>Mandiri</a:t>
            </a:r>
            <a:endParaRPr lang="en-ID" sz="2000" dirty="0">
              <a:latin typeface="Georgia" panose="02040502050405020303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07CE0-4479-D3E8-3609-F1C2C9175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7912"/>
            <a:ext cx="3254697" cy="8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5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3731</Words>
  <Application>Microsoft Office PowerPoint</Application>
  <PresentationFormat>Widescreen</PresentationFormat>
  <Paragraphs>317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Aptos</vt:lpstr>
      <vt:lpstr>Aptos Black</vt:lpstr>
      <vt:lpstr>Aptos Display</vt:lpstr>
      <vt:lpstr>Aptos Narrow</vt:lpstr>
      <vt:lpstr>Arial</vt:lpstr>
      <vt:lpstr>Cambria</vt:lpstr>
      <vt:lpstr>Cambria Math</vt:lpstr>
      <vt:lpstr>Georgia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Sony.Harianto</dc:creator>
  <cp:lastModifiedBy>Sony.Harianto</cp:lastModifiedBy>
  <cp:revision>1</cp:revision>
  <dcterms:created xsi:type="dcterms:W3CDTF">2026-01-31T07:04:37Z</dcterms:created>
  <dcterms:modified xsi:type="dcterms:W3CDTF">2026-02-03T03:58:54Z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37e5cc-ed1f-4ad6-a881-35c0f1c6f3d8_Enabled">
    <vt:lpwstr>true</vt:lpwstr>
  </property>
  <property fmtid="{D5CDD505-2E9C-101B-9397-08002B2CF9AE}" pid="3" name="MSIP_Label_4637e5cc-ed1f-4ad6-a881-35c0f1c6f3d8_SetDate">
    <vt:lpwstr>2026-01-31T07:05:04Z</vt:lpwstr>
  </property>
  <property fmtid="{D5CDD505-2E9C-101B-9397-08002B2CF9AE}" pid="4" name="MSIP_Label_4637e5cc-ed1f-4ad6-a881-35c0f1c6f3d8_Method">
    <vt:lpwstr>Standard</vt:lpwstr>
  </property>
  <property fmtid="{D5CDD505-2E9C-101B-9397-08002B2CF9AE}" pid="5" name="MSIP_Label_4637e5cc-ed1f-4ad6-a881-35c0f1c6f3d8_Name">
    <vt:lpwstr>General</vt:lpwstr>
  </property>
  <property fmtid="{D5CDD505-2E9C-101B-9397-08002B2CF9AE}" pid="6" name="MSIP_Label_4637e5cc-ed1f-4ad6-a881-35c0f1c6f3d8_SiteId">
    <vt:lpwstr>e3cf3c98-a978-465f-8254-9d541eeea73c</vt:lpwstr>
  </property>
  <property fmtid="{D5CDD505-2E9C-101B-9397-08002B2CF9AE}" pid="7" name="MSIP_Label_4637e5cc-ed1f-4ad6-a881-35c0f1c6f3d8_ActionId">
    <vt:lpwstr>38551814-eaaa-467e-b5c6-fbf37f8a18dd</vt:lpwstr>
  </property>
  <property fmtid="{D5CDD505-2E9C-101B-9397-08002B2CF9AE}" pid="8" name="MSIP_Label_4637e5cc-ed1f-4ad6-a881-35c0f1c6f3d8_ContentBits">
    <vt:lpwstr>2</vt:lpwstr>
  </property>
  <property fmtid="{D5CDD505-2E9C-101B-9397-08002B2CF9AE}" pid="9" name="MSIP_Label_4637e5cc-ed1f-4ad6-a881-35c0f1c6f3d8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Sensitivity Label: General</vt:lpwstr>
  </property>
</Properties>
</file>